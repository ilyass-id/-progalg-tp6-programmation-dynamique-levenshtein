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441" r:id="rId2"/>
    <p:sldId id="442" r:id="rId3"/>
    <p:sldId id="443" r:id="rId4"/>
    <p:sldId id="445" r:id="rId5"/>
    <p:sldId id="444" r:id="rId6"/>
    <p:sldId id="446" r:id="rId7"/>
    <p:sldId id="447" r:id="rId8"/>
  </p:sldIdLst>
  <p:sldSz cx="10693400" cy="7561263"/>
  <p:notesSz cx="7099300" cy="10234613"/>
  <p:custDataLst>
    <p:tags r:id="rId11"/>
  </p:custDataLst>
  <p:defaultTextStyle>
    <a:defPPr>
      <a:defRPr lang="fr-FR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B994"/>
    <a:srgbClr val="8D7D83"/>
    <a:srgbClr val="7B9BA1"/>
    <a:srgbClr val="604A7B"/>
    <a:srgbClr val="CCC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 autoAdjust="0"/>
    <p:restoredTop sz="99872" autoAdjust="0"/>
  </p:normalViewPr>
  <p:slideViewPr>
    <p:cSldViewPr snapToGrid="0" snapToObjects="1">
      <p:cViewPr>
        <p:scale>
          <a:sx n="117" d="100"/>
          <a:sy n="117" d="100"/>
        </p:scale>
        <p:origin x="-339" y="-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-3954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23887-601D-413A-B3C7-2000C85D1489}" type="datetimeFigureOut">
              <a:rPr lang="fr-FR" smtClean="0"/>
              <a:t>02/12/2020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0C67F-DD02-4646-B17E-B48ACF3A5E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5789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9AE6E-D4E8-4CEE-9AF1-A6628A4774A0}" type="datetimeFigureOut">
              <a:rPr lang="en-GB" smtClean="0"/>
              <a:pPr/>
              <a:t>02/12/2020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6613" y="768350"/>
            <a:ext cx="542607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5EFA5-B89C-4988-8866-E8BCFA5993FA}" type="slidenum">
              <a:rPr lang="en-GB" smtClean="0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95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17951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97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 userDrawn="1"/>
        </p:nvSpPr>
        <p:spPr>
          <a:xfrm>
            <a:off x="10153400" y="7021263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1" name="Rectangle 20"/>
          <p:cNvSpPr/>
          <p:nvPr userDrawn="1"/>
        </p:nvSpPr>
        <p:spPr>
          <a:xfrm rot="16200000">
            <a:off x="4786902" y="2234363"/>
            <a:ext cx="540000" cy="101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3530622" y="2712555"/>
            <a:ext cx="222234" cy="6686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3940015" y="2701284"/>
            <a:ext cx="6213635" cy="307777"/>
          </a:xfrm>
        </p:spPr>
        <p:txBody>
          <a:bodyPr wrap="square" anchor="b">
            <a:spAutoFit/>
          </a:bodyPr>
          <a:lstStyle>
            <a:lvl1pPr algn="l">
              <a:lnSpc>
                <a:spcPts val="2400"/>
              </a:lnSpc>
              <a:defRPr sz="24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  <a:endParaRPr lang="en-GB" noProof="0" dirty="0"/>
          </a:p>
        </p:txBody>
      </p:sp>
      <p:cxnSp>
        <p:nvCxnSpPr>
          <p:cNvPr id="25" name="Connecteur droit 48"/>
          <p:cNvCxnSpPr/>
          <p:nvPr userDrawn="1"/>
        </p:nvCxnSpPr>
        <p:spPr>
          <a:xfrm>
            <a:off x="3950809" y="3065787"/>
            <a:ext cx="6742591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3940015" y="3199725"/>
            <a:ext cx="6213635" cy="205184"/>
          </a:xfrm>
        </p:spPr>
        <p:txBody>
          <a:bodyPr/>
          <a:lstStyle>
            <a:lvl1pPr marL="0" indent="0">
              <a:lnSpc>
                <a:spcPts val="1600"/>
              </a:lnSpc>
              <a:buNone/>
              <a:defRPr sz="1600" b="0">
                <a:solidFill>
                  <a:schemeClr val="accent5"/>
                </a:solidFill>
                <a:latin typeface="+mn-lt"/>
              </a:defRPr>
            </a:lvl1pPr>
            <a:lvl2pPr marL="187200" indent="0">
              <a:buNone/>
              <a:defRPr/>
            </a:lvl2pPr>
            <a:lvl3pPr marL="367200" indent="0">
              <a:buNone/>
              <a:defRPr/>
            </a:lvl3pPr>
            <a:lvl4pPr marL="548550" indent="0">
              <a:buNone/>
              <a:defRPr/>
            </a:lvl4pPr>
            <a:lvl5pPr marL="727075" indent="0">
              <a:buNone/>
              <a:defRPr/>
            </a:lvl5pPr>
          </a:lstStyle>
          <a:p>
            <a:pPr lvl="0"/>
            <a:r>
              <a:rPr lang="en-GB" noProof="0" dirty="0"/>
              <a:t>Subtitle | 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11" hasCustomPrompt="1"/>
          </p:nvPr>
        </p:nvSpPr>
        <p:spPr>
          <a:xfrm>
            <a:off x="304801" y="1980041"/>
            <a:ext cx="3070800" cy="2133682"/>
          </a:xfrm>
        </p:spPr>
        <p:txBody>
          <a:bodyPr wrap="none" lIns="0" tIns="4680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="0"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Client logo</a:t>
            </a:r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898525" y="6137275"/>
            <a:ext cx="4679950" cy="528638"/>
            <a:chOff x="898525" y="4645025"/>
            <a:chExt cx="4679950" cy="528638"/>
          </a:xfrm>
        </p:grpSpPr>
        <p:sp>
          <p:nvSpPr>
            <p:cNvPr id="49" name="Freeform 302"/>
            <p:cNvSpPr>
              <a:spLocks noEditPoints="1"/>
            </p:cNvSpPr>
            <p:nvPr userDrawn="1"/>
          </p:nvSpPr>
          <p:spPr bwMode="auto">
            <a:xfrm>
              <a:off x="2944813" y="4845050"/>
              <a:ext cx="130175" cy="141288"/>
            </a:xfrm>
            <a:custGeom>
              <a:avLst/>
              <a:gdLst>
                <a:gd name="T0" fmla="*/ 51 w 336"/>
                <a:gd name="T1" fmla="*/ 341 h 365"/>
                <a:gd name="T2" fmla="*/ 81 w 336"/>
                <a:gd name="T3" fmla="*/ 346 h 365"/>
                <a:gd name="T4" fmla="*/ 121 w 336"/>
                <a:gd name="T5" fmla="*/ 347 h 365"/>
                <a:gd name="T6" fmla="*/ 179 w 336"/>
                <a:gd name="T7" fmla="*/ 340 h 365"/>
                <a:gd name="T8" fmla="*/ 231 w 336"/>
                <a:gd name="T9" fmla="*/ 314 h 365"/>
                <a:gd name="T10" fmla="*/ 269 w 336"/>
                <a:gd name="T11" fmla="*/ 262 h 365"/>
                <a:gd name="T12" fmla="*/ 284 w 336"/>
                <a:gd name="T13" fmla="*/ 176 h 365"/>
                <a:gd name="T14" fmla="*/ 272 w 336"/>
                <a:gd name="T15" fmla="*/ 100 h 365"/>
                <a:gd name="T16" fmla="*/ 241 w 336"/>
                <a:gd name="T17" fmla="*/ 53 h 365"/>
                <a:gd name="T18" fmla="*/ 193 w 336"/>
                <a:gd name="T19" fmla="*/ 29 h 365"/>
                <a:gd name="T20" fmla="*/ 133 w 336"/>
                <a:gd name="T21" fmla="*/ 23 h 365"/>
                <a:gd name="T22" fmla="*/ 88 w 336"/>
                <a:gd name="T23" fmla="*/ 24 h 365"/>
                <a:gd name="T24" fmla="*/ 51 w 336"/>
                <a:gd name="T25" fmla="*/ 28 h 365"/>
                <a:gd name="T26" fmla="*/ 48 w 336"/>
                <a:gd name="T27" fmla="*/ 81 h 365"/>
                <a:gd name="T28" fmla="*/ 48 w 336"/>
                <a:gd name="T29" fmla="*/ 138 h 365"/>
                <a:gd name="T30" fmla="*/ 48 w 336"/>
                <a:gd name="T31" fmla="*/ 229 h 365"/>
                <a:gd name="T32" fmla="*/ 51 w 336"/>
                <a:gd name="T33" fmla="*/ 341 h 365"/>
                <a:gd name="T34" fmla="*/ 3 w 336"/>
                <a:gd name="T35" fmla="*/ 69 h 365"/>
                <a:gd name="T36" fmla="*/ 0 w 336"/>
                <a:gd name="T37" fmla="*/ 0 h 365"/>
                <a:gd name="T38" fmla="*/ 40 w 336"/>
                <a:gd name="T39" fmla="*/ 2 h 365"/>
                <a:gd name="T40" fmla="*/ 80 w 336"/>
                <a:gd name="T41" fmla="*/ 3 h 365"/>
                <a:gd name="T42" fmla="*/ 121 w 336"/>
                <a:gd name="T43" fmla="*/ 1 h 365"/>
                <a:gd name="T44" fmla="*/ 161 w 336"/>
                <a:gd name="T45" fmla="*/ 0 h 365"/>
                <a:gd name="T46" fmla="*/ 241 w 336"/>
                <a:gd name="T47" fmla="*/ 12 h 365"/>
                <a:gd name="T48" fmla="*/ 295 w 336"/>
                <a:gd name="T49" fmla="*/ 47 h 365"/>
                <a:gd name="T50" fmla="*/ 326 w 336"/>
                <a:gd name="T51" fmla="*/ 102 h 365"/>
                <a:gd name="T52" fmla="*/ 336 w 336"/>
                <a:gd name="T53" fmla="*/ 176 h 365"/>
                <a:gd name="T54" fmla="*/ 318 w 336"/>
                <a:gd name="T55" fmla="*/ 265 h 365"/>
                <a:gd name="T56" fmla="*/ 271 w 336"/>
                <a:gd name="T57" fmla="*/ 324 h 365"/>
                <a:gd name="T58" fmla="*/ 208 w 336"/>
                <a:gd name="T59" fmla="*/ 356 h 365"/>
                <a:gd name="T60" fmla="*/ 143 w 336"/>
                <a:gd name="T61" fmla="*/ 365 h 365"/>
                <a:gd name="T62" fmla="*/ 107 w 336"/>
                <a:gd name="T63" fmla="*/ 365 h 365"/>
                <a:gd name="T64" fmla="*/ 71 w 336"/>
                <a:gd name="T65" fmla="*/ 364 h 365"/>
                <a:gd name="T66" fmla="*/ 36 w 336"/>
                <a:gd name="T67" fmla="*/ 364 h 365"/>
                <a:gd name="T68" fmla="*/ 0 w 336"/>
                <a:gd name="T69" fmla="*/ 365 h 365"/>
                <a:gd name="T70" fmla="*/ 3 w 336"/>
                <a:gd name="T71" fmla="*/ 298 h 365"/>
                <a:gd name="T72" fmla="*/ 4 w 336"/>
                <a:gd name="T73" fmla="*/ 229 h 365"/>
                <a:gd name="T74" fmla="*/ 4 w 336"/>
                <a:gd name="T75" fmla="*/ 138 h 365"/>
                <a:gd name="T76" fmla="*/ 3 w 336"/>
                <a:gd name="T7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6" h="365">
                  <a:moveTo>
                    <a:pt x="51" y="341"/>
                  </a:moveTo>
                  <a:cubicBezTo>
                    <a:pt x="58" y="343"/>
                    <a:pt x="68" y="345"/>
                    <a:pt x="81" y="346"/>
                  </a:cubicBezTo>
                  <a:cubicBezTo>
                    <a:pt x="94" y="346"/>
                    <a:pt x="107" y="347"/>
                    <a:pt x="121" y="347"/>
                  </a:cubicBezTo>
                  <a:cubicBezTo>
                    <a:pt x="140" y="347"/>
                    <a:pt x="160" y="345"/>
                    <a:pt x="179" y="340"/>
                  </a:cubicBezTo>
                  <a:cubicBezTo>
                    <a:pt x="199" y="335"/>
                    <a:pt x="216" y="327"/>
                    <a:pt x="231" y="314"/>
                  </a:cubicBezTo>
                  <a:cubicBezTo>
                    <a:pt x="247" y="301"/>
                    <a:pt x="259" y="284"/>
                    <a:pt x="269" y="262"/>
                  </a:cubicBezTo>
                  <a:cubicBezTo>
                    <a:pt x="279" y="240"/>
                    <a:pt x="284" y="211"/>
                    <a:pt x="284" y="176"/>
                  </a:cubicBezTo>
                  <a:cubicBezTo>
                    <a:pt x="284" y="145"/>
                    <a:pt x="280" y="120"/>
                    <a:pt x="272" y="100"/>
                  </a:cubicBezTo>
                  <a:cubicBezTo>
                    <a:pt x="265" y="80"/>
                    <a:pt x="254" y="65"/>
                    <a:pt x="241" y="53"/>
                  </a:cubicBezTo>
                  <a:cubicBezTo>
                    <a:pt x="228" y="42"/>
                    <a:pt x="212" y="34"/>
                    <a:pt x="193" y="29"/>
                  </a:cubicBezTo>
                  <a:cubicBezTo>
                    <a:pt x="175" y="25"/>
                    <a:pt x="155" y="23"/>
                    <a:pt x="133" y="23"/>
                  </a:cubicBezTo>
                  <a:cubicBezTo>
                    <a:pt x="117" y="23"/>
                    <a:pt x="102" y="23"/>
                    <a:pt x="88" y="24"/>
                  </a:cubicBezTo>
                  <a:cubicBezTo>
                    <a:pt x="74" y="25"/>
                    <a:pt x="62" y="26"/>
                    <a:pt x="51" y="28"/>
                  </a:cubicBezTo>
                  <a:cubicBezTo>
                    <a:pt x="50" y="45"/>
                    <a:pt x="49" y="63"/>
                    <a:pt x="48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67"/>
                    <a:pt x="49" y="305"/>
                    <a:pt x="51" y="34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4" y="1"/>
                    <a:pt x="27" y="1"/>
                    <a:pt x="40" y="2"/>
                  </a:cubicBezTo>
                  <a:cubicBezTo>
                    <a:pt x="54" y="2"/>
                    <a:pt x="67" y="3"/>
                    <a:pt x="80" y="3"/>
                  </a:cubicBezTo>
                  <a:cubicBezTo>
                    <a:pt x="94" y="3"/>
                    <a:pt x="107" y="2"/>
                    <a:pt x="121" y="1"/>
                  </a:cubicBezTo>
                  <a:cubicBezTo>
                    <a:pt x="134" y="0"/>
                    <a:pt x="147" y="0"/>
                    <a:pt x="161" y="0"/>
                  </a:cubicBezTo>
                  <a:cubicBezTo>
                    <a:pt x="192" y="0"/>
                    <a:pt x="219" y="4"/>
                    <a:pt x="241" y="12"/>
                  </a:cubicBezTo>
                  <a:cubicBezTo>
                    <a:pt x="263" y="20"/>
                    <a:pt x="281" y="32"/>
                    <a:pt x="295" y="47"/>
                  </a:cubicBezTo>
                  <a:cubicBezTo>
                    <a:pt x="309" y="62"/>
                    <a:pt x="320" y="81"/>
                    <a:pt x="326" y="102"/>
                  </a:cubicBezTo>
                  <a:cubicBezTo>
                    <a:pt x="333" y="124"/>
                    <a:pt x="336" y="149"/>
                    <a:pt x="336" y="176"/>
                  </a:cubicBezTo>
                  <a:cubicBezTo>
                    <a:pt x="336" y="211"/>
                    <a:pt x="330" y="241"/>
                    <a:pt x="318" y="265"/>
                  </a:cubicBezTo>
                  <a:cubicBezTo>
                    <a:pt x="306" y="290"/>
                    <a:pt x="290" y="309"/>
                    <a:pt x="271" y="324"/>
                  </a:cubicBezTo>
                  <a:cubicBezTo>
                    <a:pt x="252" y="339"/>
                    <a:pt x="231" y="350"/>
                    <a:pt x="208" y="356"/>
                  </a:cubicBezTo>
                  <a:cubicBezTo>
                    <a:pt x="185" y="362"/>
                    <a:pt x="164" y="365"/>
                    <a:pt x="143" y="365"/>
                  </a:cubicBezTo>
                  <a:cubicBezTo>
                    <a:pt x="131" y="365"/>
                    <a:pt x="119" y="365"/>
                    <a:pt x="107" y="365"/>
                  </a:cubicBezTo>
                  <a:cubicBezTo>
                    <a:pt x="95" y="364"/>
                    <a:pt x="83" y="364"/>
                    <a:pt x="71" y="364"/>
                  </a:cubicBezTo>
                  <a:cubicBezTo>
                    <a:pt x="59" y="364"/>
                    <a:pt x="47" y="364"/>
                    <a:pt x="36" y="364"/>
                  </a:cubicBezTo>
                  <a:cubicBezTo>
                    <a:pt x="24" y="364"/>
                    <a:pt x="12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4" y="252"/>
                    <a:pt x="4" y="229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0" name="Freeform 303"/>
            <p:cNvSpPr>
              <a:spLocks/>
            </p:cNvSpPr>
            <p:nvPr userDrawn="1"/>
          </p:nvSpPr>
          <p:spPr bwMode="auto">
            <a:xfrm>
              <a:off x="3114675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2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0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7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29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5" y="8"/>
                    <a:pt x="29" y="8"/>
                    <a:pt x="32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0" y="50"/>
                    <a:pt x="40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304"/>
            <p:cNvSpPr>
              <a:spLocks noEditPoints="1"/>
            </p:cNvSpPr>
            <p:nvPr userDrawn="1"/>
          </p:nvSpPr>
          <p:spPr bwMode="auto">
            <a:xfrm>
              <a:off x="3197225" y="4843463"/>
              <a:ext cx="20638" cy="142875"/>
            </a:xfrm>
            <a:custGeom>
              <a:avLst/>
              <a:gdLst>
                <a:gd name="T0" fmla="*/ 6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0 w 54"/>
                <a:gd name="T7" fmla="*/ 119 h 372"/>
                <a:gd name="T8" fmla="*/ 47 w 54"/>
                <a:gd name="T9" fmla="*/ 169 h 372"/>
                <a:gd name="T10" fmla="*/ 46 w 54"/>
                <a:gd name="T11" fmla="*/ 219 h 372"/>
                <a:gd name="T12" fmla="*/ 46 w 54"/>
                <a:gd name="T13" fmla="*/ 274 h 372"/>
                <a:gd name="T14" fmla="*/ 47 w 54"/>
                <a:gd name="T15" fmla="*/ 324 h 372"/>
                <a:gd name="T16" fmla="*/ 50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6 w 54"/>
                <a:gd name="T23" fmla="*/ 324 h 372"/>
                <a:gd name="T24" fmla="*/ 7 w 54"/>
                <a:gd name="T25" fmla="*/ 274 h 372"/>
                <a:gd name="T26" fmla="*/ 7 w 54"/>
                <a:gd name="T27" fmla="*/ 219 h 372"/>
                <a:gd name="T28" fmla="*/ 6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6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0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6" y="186"/>
                    <a:pt x="46" y="203"/>
                    <a:pt x="46" y="219"/>
                  </a:cubicBezTo>
                  <a:cubicBezTo>
                    <a:pt x="46" y="274"/>
                    <a:pt x="46" y="274"/>
                    <a:pt x="46" y="274"/>
                  </a:cubicBezTo>
                  <a:cubicBezTo>
                    <a:pt x="46" y="290"/>
                    <a:pt x="46" y="307"/>
                    <a:pt x="47" y="324"/>
                  </a:cubicBezTo>
                  <a:cubicBezTo>
                    <a:pt x="48" y="342"/>
                    <a:pt x="49" y="358"/>
                    <a:pt x="50" y="372"/>
                  </a:cubicBezTo>
                  <a:cubicBezTo>
                    <a:pt x="42" y="372"/>
                    <a:pt x="34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6" y="324"/>
                  </a:cubicBezTo>
                  <a:cubicBezTo>
                    <a:pt x="7" y="307"/>
                    <a:pt x="7" y="290"/>
                    <a:pt x="7" y="274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7" y="203"/>
                    <a:pt x="7" y="186"/>
                    <a:pt x="6" y="169"/>
                  </a:cubicBezTo>
                  <a:close/>
                  <a:moveTo>
                    <a:pt x="8" y="8"/>
                  </a:moveTo>
                  <a:cubicBezTo>
                    <a:pt x="13" y="2"/>
                    <a:pt x="19" y="0"/>
                    <a:pt x="27" y="0"/>
                  </a:cubicBezTo>
                  <a:cubicBezTo>
                    <a:pt x="34" y="0"/>
                    <a:pt x="40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0" y="51"/>
                    <a:pt x="34" y="54"/>
                    <a:pt x="27" y="54"/>
                  </a:cubicBezTo>
                  <a:cubicBezTo>
                    <a:pt x="19" y="54"/>
                    <a:pt x="13" y="51"/>
                    <a:pt x="8" y="46"/>
                  </a:cubicBezTo>
                  <a:cubicBezTo>
                    <a:pt x="2" y="40"/>
                    <a:pt x="0" y="34"/>
                    <a:pt x="0" y="27"/>
                  </a:cubicBezTo>
                  <a:cubicBezTo>
                    <a:pt x="0" y="19"/>
                    <a:pt x="2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305"/>
            <p:cNvSpPr>
              <a:spLocks/>
            </p:cNvSpPr>
            <p:nvPr userDrawn="1"/>
          </p:nvSpPr>
          <p:spPr bwMode="auto">
            <a:xfrm>
              <a:off x="3249613" y="4887913"/>
              <a:ext cx="92075" cy="98425"/>
            </a:xfrm>
            <a:custGeom>
              <a:avLst/>
              <a:gdLst>
                <a:gd name="T0" fmla="*/ 54 w 243"/>
                <a:gd name="T1" fmla="*/ 128 h 253"/>
                <a:gd name="T2" fmla="*/ 0 w 243"/>
                <a:gd name="T3" fmla="*/ 0 h 253"/>
                <a:gd name="T4" fmla="*/ 13 w 243"/>
                <a:gd name="T5" fmla="*/ 2 h 253"/>
                <a:gd name="T6" fmla="*/ 26 w 243"/>
                <a:gd name="T7" fmla="*/ 3 h 253"/>
                <a:gd name="T8" fmla="*/ 38 w 243"/>
                <a:gd name="T9" fmla="*/ 2 h 253"/>
                <a:gd name="T10" fmla="*/ 50 w 243"/>
                <a:gd name="T11" fmla="*/ 0 h 253"/>
                <a:gd name="T12" fmla="*/ 86 w 243"/>
                <a:gd name="T13" fmla="*/ 104 h 253"/>
                <a:gd name="T14" fmla="*/ 129 w 243"/>
                <a:gd name="T15" fmla="*/ 208 h 253"/>
                <a:gd name="T16" fmla="*/ 150 w 243"/>
                <a:gd name="T17" fmla="*/ 161 h 253"/>
                <a:gd name="T18" fmla="*/ 171 w 243"/>
                <a:gd name="T19" fmla="*/ 108 h 253"/>
                <a:gd name="T20" fmla="*/ 191 w 243"/>
                <a:gd name="T21" fmla="*/ 54 h 253"/>
                <a:gd name="T22" fmla="*/ 210 w 243"/>
                <a:gd name="T23" fmla="*/ 0 h 253"/>
                <a:gd name="T24" fmla="*/ 227 w 243"/>
                <a:gd name="T25" fmla="*/ 3 h 253"/>
                <a:gd name="T26" fmla="*/ 243 w 243"/>
                <a:gd name="T27" fmla="*/ 0 h 253"/>
                <a:gd name="T28" fmla="*/ 187 w 243"/>
                <a:gd name="T29" fmla="*/ 128 h 253"/>
                <a:gd name="T30" fmla="*/ 136 w 243"/>
                <a:gd name="T31" fmla="*/ 253 h 253"/>
                <a:gd name="T32" fmla="*/ 120 w 243"/>
                <a:gd name="T33" fmla="*/ 252 h 253"/>
                <a:gd name="T34" fmla="*/ 103 w 243"/>
                <a:gd name="T35" fmla="*/ 253 h 253"/>
                <a:gd name="T36" fmla="*/ 54 w 243"/>
                <a:gd name="T37" fmla="*/ 128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3" h="253">
                  <a:moveTo>
                    <a:pt x="54" y="128"/>
                  </a:moveTo>
                  <a:cubicBezTo>
                    <a:pt x="37" y="86"/>
                    <a:pt x="19" y="43"/>
                    <a:pt x="0" y="0"/>
                  </a:cubicBezTo>
                  <a:cubicBezTo>
                    <a:pt x="4" y="1"/>
                    <a:pt x="9" y="2"/>
                    <a:pt x="13" y="2"/>
                  </a:cubicBezTo>
                  <a:cubicBezTo>
                    <a:pt x="17" y="3"/>
                    <a:pt x="22" y="3"/>
                    <a:pt x="26" y="3"/>
                  </a:cubicBezTo>
                  <a:cubicBezTo>
                    <a:pt x="30" y="3"/>
                    <a:pt x="34" y="3"/>
                    <a:pt x="38" y="2"/>
                  </a:cubicBezTo>
                  <a:cubicBezTo>
                    <a:pt x="42" y="2"/>
                    <a:pt x="46" y="1"/>
                    <a:pt x="50" y="0"/>
                  </a:cubicBezTo>
                  <a:cubicBezTo>
                    <a:pt x="61" y="35"/>
                    <a:pt x="73" y="70"/>
                    <a:pt x="86" y="104"/>
                  </a:cubicBezTo>
                  <a:cubicBezTo>
                    <a:pt x="98" y="138"/>
                    <a:pt x="113" y="172"/>
                    <a:pt x="129" y="208"/>
                  </a:cubicBezTo>
                  <a:cubicBezTo>
                    <a:pt x="136" y="193"/>
                    <a:pt x="143" y="178"/>
                    <a:pt x="150" y="161"/>
                  </a:cubicBezTo>
                  <a:cubicBezTo>
                    <a:pt x="157" y="144"/>
                    <a:pt x="164" y="126"/>
                    <a:pt x="171" y="108"/>
                  </a:cubicBezTo>
                  <a:cubicBezTo>
                    <a:pt x="178" y="90"/>
                    <a:pt x="184" y="72"/>
                    <a:pt x="191" y="54"/>
                  </a:cubicBezTo>
                  <a:cubicBezTo>
                    <a:pt x="197" y="36"/>
                    <a:pt x="204" y="18"/>
                    <a:pt x="210" y="0"/>
                  </a:cubicBezTo>
                  <a:cubicBezTo>
                    <a:pt x="217" y="2"/>
                    <a:pt x="222" y="3"/>
                    <a:pt x="227" y="3"/>
                  </a:cubicBezTo>
                  <a:cubicBezTo>
                    <a:pt x="231" y="3"/>
                    <a:pt x="237" y="2"/>
                    <a:pt x="243" y="0"/>
                  </a:cubicBezTo>
                  <a:cubicBezTo>
                    <a:pt x="224" y="43"/>
                    <a:pt x="205" y="86"/>
                    <a:pt x="187" y="128"/>
                  </a:cubicBezTo>
                  <a:cubicBezTo>
                    <a:pt x="168" y="169"/>
                    <a:pt x="152" y="211"/>
                    <a:pt x="136" y="253"/>
                  </a:cubicBezTo>
                  <a:cubicBezTo>
                    <a:pt x="131" y="253"/>
                    <a:pt x="126" y="252"/>
                    <a:pt x="120" y="252"/>
                  </a:cubicBezTo>
                  <a:cubicBezTo>
                    <a:pt x="114" y="252"/>
                    <a:pt x="109" y="253"/>
                    <a:pt x="103" y="253"/>
                  </a:cubicBezTo>
                  <a:cubicBezTo>
                    <a:pt x="87" y="211"/>
                    <a:pt x="70" y="169"/>
                    <a:pt x="54" y="1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306"/>
            <p:cNvSpPr>
              <a:spLocks noEditPoints="1"/>
            </p:cNvSpPr>
            <p:nvPr userDrawn="1"/>
          </p:nvSpPr>
          <p:spPr bwMode="auto">
            <a:xfrm>
              <a:off x="3376613" y="4843463"/>
              <a:ext cx="20638" cy="142875"/>
            </a:xfrm>
            <a:custGeom>
              <a:avLst/>
              <a:gdLst>
                <a:gd name="T0" fmla="*/ 7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1 w 54"/>
                <a:gd name="T7" fmla="*/ 119 h 372"/>
                <a:gd name="T8" fmla="*/ 47 w 54"/>
                <a:gd name="T9" fmla="*/ 169 h 372"/>
                <a:gd name="T10" fmla="*/ 47 w 54"/>
                <a:gd name="T11" fmla="*/ 219 h 372"/>
                <a:gd name="T12" fmla="*/ 47 w 54"/>
                <a:gd name="T13" fmla="*/ 274 h 372"/>
                <a:gd name="T14" fmla="*/ 47 w 54"/>
                <a:gd name="T15" fmla="*/ 324 h 372"/>
                <a:gd name="T16" fmla="*/ 51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7 w 54"/>
                <a:gd name="T23" fmla="*/ 324 h 372"/>
                <a:gd name="T24" fmla="*/ 8 w 54"/>
                <a:gd name="T25" fmla="*/ 274 h 372"/>
                <a:gd name="T26" fmla="*/ 8 w 54"/>
                <a:gd name="T27" fmla="*/ 219 h 372"/>
                <a:gd name="T28" fmla="*/ 7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7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1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7" y="186"/>
                    <a:pt x="47" y="203"/>
                    <a:pt x="47" y="219"/>
                  </a:cubicBezTo>
                  <a:cubicBezTo>
                    <a:pt x="47" y="274"/>
                    <a:pt x="47" y="274"/>
                    <a:pt x="47" y="274"/>
                  </a:cubicBezTo>
                  <a:cubicBezTo>
                    <a:pt x="47" y="290"/>
                    <a:pt x="47" y="307"/>
                    <a:pt x="47" y="324"/>
                  </a:cubicBezTo>
                  <a:cubicBezTo>
                    <a:pt x="48" y="342"/>
                    <a:pt x="49" y="358"/>
                    <a:pt x="51" y="372"/>
                  </a:cubicBezTo>
                  <a:cubicBezTo>
                    <a:pt x="43" y="372"/>
                    <a:pt x="35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7" y="324"/>
                  </a:cubicBezTo>
                  <a:cubicBezTo>
                    <a:pt x="7" y="307"/>
                    <a:pt x="8" y="290"/>
                    <a:pt x="8" y="274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03"/>
                    <a:pt x="7" y="186"/>
                    <a:pt x="7" y="169"/>
                  </a:cubicBezTo>
                  <a:close/>
                  <a:moveTo>
                    <a:pt x="8" y="8"/>
                  </a:moveTo>
                  <a:cubicBezTo>
                    <a:pt x="13" y="2"/>
                    <a:pt x="20" y="0"/>
                    <a:pt x="27" y="0"/>
                  </a:cubicBezTo>
                  <a:cubicBezTo>
                    <a:pt x="34" y="0"/>
                    <a:pt x="41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1" y="51"/>
                    <a:pt x="34" y="54"/>
                    <a:pt x="27" y="54"/>
                  </a:cubicBezTo>
                  <a:cubicBezTo>
                    <a:pt x="20" y="54"/>
                    <a:pt x="13" y="51"/>
                    <a:pt x="8" y="46"/>
                  </a:cubicBezTo>
                  <a:cubicBezTo>
                    <a:pt x="3" y="40"/>
                    <a:pt x="0" y="34"/>
                    <a:pt x="0" y="27"/>
                  </a:cubicBezTo>
                  <a:cubicBezTo>
                    <a:pt x="0" y="19"/>
                    <a:pt x="3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Freeform 307"/>
            <p:cNvSpPr>
              <a:spLocks/>
            </p:cNvSpPr>
            <p:nvPr userDrawn="1"/>
          </p:nvSpPr>
          <p:spPr bwMode="auto">
            <a:xfrm>
              <a:off x="3443288" y="4886325"/>
              <a:ext cx="84138" cy="100013"/>
            </a:xfrm>
            <a:custGeom>
              <a:avLst/>
              <a:gdLst>
                <a:gd name="T0" fmla="*/ 158 w 215"/>
                <a:gd name="T1" fmla="*/ 48 h 258"/>
                <a:gd name="T2" fmla="*/ 115 w 215"/>
                <a:gd name="T3" fmla="*/ 28 h 258"/>
                <a:gd name="T4" fmla="*/ 61 w 215"/>
                <a:gd name="T5" fmla="*/ 51 h 258"/>
                <a:gd name="T6" fmla="*/ 43 w 215"/>
                <a:gd name="T7" fmla="*/ 115 h 258"/>
                <a:gd name="T8" fmla="*/ 43 w 215"/>
                <a:gd name="T9" fmla="*/ 160 h 258"/>
                <a:gd name="T10" fmla="*/ 44 w 215"/>
                <a:gd name="T11" fmla="*/ 211 h 258"/>
                <a:gd name="T12" fmla="*/ 48 w 215"/>
                <a:gd name="T13" fmla="*/ 258 h 258"/>
                <a:gd name="T14" fmla="*/ 24 w 215"/>
                <a:gd name="T15" fmla="*/ 257 h 258"/>
                <a:gd name="T16" fmla="*/ 0 w 215"/>
                <a:gd name="T17" fmla="*/ 258 h 258"/>
                <a:gd name="T18" fmla="*/ 3 w 215"/>
                <a:gd name="T19" fmla="*/ 211 h 258"/>
                <a:gd name="T20" fmla="*/ 4 w 215"/>
                <a:gd name="T21" fmla="*/ 160 h 258"/>
                <a:gd name="T22" fmla="*/ 4 w 215"/>
                <a:gd name="T23" fmla="*/ 105 h 258"/>
                <a:gd name="T24" fmla="*/ 3 w 215"/>
                <a:gd name="T25" fmla="*/ 55 h 258"/>
                <a:gd name="T26" fmla="*/ 0 w 215"/>
                <a:gd name="T27" fmla="*/ 6 h 258"/>
                <a:gd name="T28" fmla="*/ 24 w 215"/>
                <a:gd name="T29" fmla="*/ 8 h 258"/>
                <a:gd name="T30" fmla="*/ 33 w 215"/>
                <a:gd name="T31" fmla="*/ 7 h 258"/>
                <a:gd name="T32" fmla="*/ 45 w 215"/>
                <a:gd name="T33" fmla="*/ 6 h 258"/>
                <a:gd name="T34" fmla="*/ 43 w 215"/>
                <a:gd name="T35" fmla="*/ 48 h 258"/>
                <a:gd name="T36" fmla="*/ 44 w 215"/>
                <a:gd name="T37" fmla="*/ 48 h 258"/>
                <a:gd name="T38" fmla="*/ 80 w 215"/>
                <a:gd name="T39" fmla="*/ 13 h 258"/>
                <a:gd name="T40" fmla="*/ 130 w 215"/>
                <a:gd name="T41" fmla="*/ 0 h 258"/>
                <a:gd name="T42" fmla="*/ 160 w 215"/>
                <a:gd name="T43" fmla="*/ 5 h 258"/>
                <a:gd name="T44" fmla="*/ 188 w 215"/>
                <a:gd name="T45" fmla="*/ 19 h 258"/>
                <a:gd name="T46" fmla="*/ 208 w 215"/>
                <a:gd name="T47" fmla="*/ 47 h 258"/>
                <a:gd name="T48" fmla="*/ 215 w 215"/>
                <a:gd name="T49" fmla="*/ 93 h 258"/>
                <a:gd name="T50" fmla="*/ 214 w 215"/>
                <a:gd name="T51" fmla="*/ 140 h 258"/>
                <a:gd name="T52" fmla="*/ 213 w 215"/>
                <a:gd name="T53" fmla="*/ 191 h 258"/>
                <a:gd name="T54" fmla="*/ 213 w 215"/>
                <a:gd name="T55" fmla="*/ 226 h 258"/>
                <a:gd name="T56" fmla="*/ 213 w 215"/>
                <a:gd name="T57" fmla="*/ 242 h 258"/>
                <a:gd name="T58" fmla="*/ 214 w 215"/>
                <a:gd name="T59" fmla="*/ 258 h 258"/>
                <a:gd name="T60" fmla="*/ 192 w 215"/>
                <a:gd name="T61" fmla="*/ 257 h 258"/>
                <a:gd name="T62" fmla="*/ 170 w 215"/>
                <a:gd name="T63" fmla="*/ 258 h 258"/>
                <a:gd name="T64" fmla="*/ 172 w 215"/>
                <a:gd name="T65" fmla="*/ 201 h 258"/>
                <a:gd name="T66" fmla="*/ 173 w 215"/>
                <a:gd name="T67" fmla="*/ 141 h 258"/>
                <a:gd name="T68" fmla="*/ 173 w 215"/>
                <a:gd name="T69" fmla="*/ 109 h 258"/>
                <a:gd name="T70" fmla="*/ 158 w 215"/>
                <a:gd name="T71" fmla="*/ 4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5" h="258">
                  <a:moveTo>
                    <a:pt x="158" y="48"/>
                  </a:moveTo>
                  <a:cubicBezTo>
                    <a:pt x="147" y="35"/>
                    <a:pt x="133" y="28"/>
                    <a:pt x="115" y="28"/>
                  </a:cubicBezTo>
                  <a:cubicBezTo>
                    <a:pt x="90" y="28"/>
                    <a:pt x="72" y="35"/>
                    <a:pt x="61" y="51"/>
                  </a:cubicBezTo>
                  <a:cubicBezTo>
                    <a:pt x="49" y="66"/>
                    <a:pt x="43" y="87"/>
                    <a:pt x="43" y="115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3" y="176"/>
                    <a:pt x="44" y="193"/>
                    <a:pt x="44" y="211"/>
                  </a:cubicBezTo>
                  <a:cubicBezTo>
                    <a:pt x="45" y="228"/>
                    <a:pt x="46" y="244"/>
                    <a:pt x="48" y="258"/>
                  </a:cubicBezTo>
                  <a:cubicBezTo>
                    <a:pt x="39" y="258"/>
                    <a:pt x="32" y="257"/>
                    <a:pt x="24" y="257"/>
                  </a:cubicBezTo>
                  <a:cubicBezTo>
                    <a:pt x="16" y="257"/>
                    <a:pt x="8" y="258"/>
                    <a:pt x="0" y="258"/>
                  </a:cubicBezTo>
                  <a:cubicBezTo>
                    <a:pt x="2" y="244"/>
                    <a:pt x="3" y="228"/>
                    <a:pt x="3" y="211"/>
                  </a:cubicBezTo>
                  <a:cubicBezTo>
                    <a:pt x="4" y="193"/>
                    <a:pt x="4" y="176"/>
                    <a:pt x="4" y="160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89"/>
                    <a:pt x="4" y="72"/>
                    <a:pt x="3" y="55"/>
                  </a:cubicBezTo>
                  <a:cubicBezTo>
                    <a:pt x="3" y="37"/>
                    <a:pt x="2" y="21"/>
                    <a:pt x="0" y="6"/>
                  </a:cubicBezTo>
                  <a:cubicBezTo>
                    <a:pt x="10" y="7"/>
                    <a:pt x="18" y="8"/>
                    <a:pt x="24" y="8"/>
                  </a:cubicBezTo>
                  <a:cubicBezTo>
                    <a:pt x="27" y="8"/>
                    <a:pt x="30" y="8"/>
                    <a:pt x="33" y="7"/>
                  </a:cubicBezTo>
                  <a:cubicBezTo>
                    <a:pt x="36" y="7"/>
                    <a:pt x="40" y="6"/>
                    <a:pt x="45" y="6"/>
                  </a:cubicBezTo>
                  <a:cubicBezTo>
                    <a:pt x="44" y="20"/>
                    <a:pt x="43" y="34"/>
                    <a:pt x="43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4" y="33"/>
                    <a:pt x="66" y="21"/>
                    <a:pt x="80" y="13"/>
                  </a:cubicBezTo>
                  <a:cubicBezTo>
                    <a:pt x="94" y="5"/>
                    <a:pt x="111" y="0"/>
                    <a:pt x="130" y="0"/>
                  </a:cubicBezTo>
                  <a:cubicBezTo>
                    <a:pt x="140" y="0"/>
                    <a:pt x="150" y="2"/>
                    <a:pt x="160" y="5"/>
                  </a:cubicBezTo>
                  <a:cubicBezTo>
                    <a:pt x="170" y="7"/>
                    <a:pt x="179" y="12"/>
                    <a:pt x="188" y="19"/>
                  </a:cubicBezTo>
                  <a:cubicBezTo>
                    <a:pt x="196" y="26"/>
                    <a:pt x="203" y="35"/>
                    <a:pt x="208" y="47"/>
                  </a:cubicBezTo>
                  <a:cubicBezTo>
                    <a:pt x="213" y="59"/>
                    <a:pt x="215" y="74"/>
                    <a:pt x="215" y="93"/>
                  </a:cubicBezTo>
                  <a:cubicBezTo>
                    <a:pt x="215" y="108"/>
                    <a:pt x="215" y="124"/>
                    <a:pt x="214" y="140"/>
                  </a:cubicBezTo>
                  <a:cubicBezTo>
                    <a:pt x="213" y="156"/>
                    <a:pt x="213" y="173"/>
                    <a:pt x="213" y="191"/>
                  </a:cubicBezTo>
                  <a:cubicBezTo>
                    <a:pt x="213" y="226"/>
                    <a:pt x="213" y="226"/>
                    <a:pt x="213" y="226"/>
                  </a:cubicBezTo>
                  <a:cubicBezTo>
                    <a:pt x="213" y="231"/>
                    <a:pt x="213" y="237"/>
                    <a:pt x="213" y="242"/>
                  </a:cubicBezTo>
                  <a:cubicBezTo>
                    <a:pt x="213" y="248"/>
                    <a:pt x="214" y="253"/>
                    <a:pt x="214" y="258"/>
                  </a:cubicBezTo>
                  <a:cubicBezTo>
                    <a:pt x="207" y="258"/>
                    <a:pt x="199" y="257"/>
                    <a:pt x="192" y="257"/>
                  </a:cubicBezTo>
                  <a:cubicBezTo>
                    <a:pt x="184" y="257"/>
                    <a:pt x="177" y="258"/>
                    <a:pt x="170" y="258"/>
                  </a:cubicBezTo>
                  <a:cubicBezTo>
                    <a:pt x="170" y="240"/>
                    <a:pt x="171" y="221"/>
                    <a:pt x="172" y="201"/>
                  </a:cubicBezTo>
                  <a:cubicBezTo>
                    <a:pt x="173" y="182"/>
                    <a:pt x="173" y="162"/>
                    <a:pt x="173" y="141"/>
                  </a:cubicBezTo>
                  <a:cubicBezTo>
                    <a:pt x="173" y="109"/>
                    <a:pt x="173" y="109"/>
                    <a:pt x="173" y="109"/>
                  </a:cubicBezTo>
                  <a:cubicBezTo>
                    <a:pt x="173" y="82"/>
                    <a:pt x="168" y="62"/>
                    <a:pt x="158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308"/>
            <p:cNvSpPr>
              <a:spLocks noEditPoints="1"/>
            </p:cNvSpPr>
            <p:nvPr userDrawn="1"/>
          </p:nvSpPr>
          <p:spPr bwMode="auto">
            <a:xfrm>
              <a:off x="3560763" y="4886325"/>
              <a:ext cx="92075" cy="153988"/>
            </a:xfrm>
            <a:custGeom>
              <a:avLst/>
              <a:gdLst>
                <a:gd name="T0" fmla="*/ 111 w 237"/>
                <a:gd name="T1" fmla="*/ 15 h 400"/>
                <a:gd name="T2" fmla="*/ 50 w 237"/>
                <a:gd name="T3" fmla="*/ 87 h 400"/>
                <a:gd name="T4" fmla="*/ 111 w 237"/>
                <a:gd name="T5" fmla="*/ 159 h 400"/>
                <a:gd name="T6" fmla="*/ 155 w 237"/>
                <a:gd name="T7" fmla="*/ 137 h 400"/>
                <a:gd name="T8" fmla="*/ 169 w 237"/>
                <a:gd name="T9" fmla="*/ 84 h 400"/>
                <a:gd name="T10" fmla="*/ 180 w 237"/>
                <a:gd name="T11" fmla="*/ 270 h 400"/>
                <a:gd name="T12" fmla="*/ 56 w 237"/>
                <a:gd name="T13" fmla="*/ 270 h 400"/>
                <a:gd name="T14" fmla="*/ 40 w 237"/>
                <a:gd name="T15" fmla="*/ 348 h 400"/>
                <a:gd name="T16" fmla="*/ 81 w 237"/>
                <a:gd name="T17" fmla="*/ 381 h 400"/>
                <a:gd name="T18" fmla="*/ 144 w 237"/>
                <a:gd name="T19" fmla="*/ 380 h 400"/>
                <a:gd name="T20" fmla="*/ 191 w 237"/>
                <a:gd name="T21" fmla="*/ 346 h 400"/>
                <a:gd name="T22" fmla="*/ 180 w 237"/>
                <a:gd name="T23" fmla="*/ 270 h 400"/>
                <a:gd name="T24" fmla="*/ 39 w 237"/>
                <a:gd name="T25" fmla="*/ 22 h 400"/>
                <a:gd name="T26" fmla="*/ 111 w 237"/>
                <a:gd name="T27" fmla="*/ 0 h 400"/>
                <a:gd name="T28" fmla="*/ 154 w 237"/>
                <a:gd name="T29" fmla="*/ 2 h 400"/>
                <a:gd name="T30" fmla="*/ 191 w 237"/>
                <a:gd name="T31" fmla="*/ 4 h 400"/>
                <a:gd name="T32" fmla="*/ 233 w 237"/>
                <a:gd name="T33" fmla="*/ 8 h 400"/>
                <a:gd name="T34" fmla="*/ 233 w 237"/>
                <a:gd name="T35" fmla="*/ 19 h 400"/>
                <a:gd name="T36" fmla="*/ 204 w 237"/>
                <a:gd name="T37" fmla="*/ 22 h 400"/>
                <a:gd name="T38" fmla="*/ 174 w 237"/>
                <a:gd name="T39" fmla="*/ 21 h 400"/>
                <a:gd name="T40" fmla="*/ 211 w 237"/>
                <a:gd name="T41" fmla="*/ 88 h 400"/>
                <a:gd name="T42" fmla="*/ 112 w 237"/>
                <a:gd name="T43" fmla="*/ 173 h 400"/>
                <a:gd name="T44" fmla="*/ 82 w 237"/>
                <a:gd name="T45" fmla="*/ 172 h 400"/>
                <a:gd name="T46" fmla="*/ 56 w 237"/>
                <a:gd name="T47" fmla="*/ 197 h 400"/>
                <a:gd name="T48" fmla="*/ 88 w 237"/>
                <a:gd name="T49" fmla="*/ 224 h 400"/>
                <a:gd name="T50" fmla="*/ 146 w 237"/>
                <a:gd name="T51" fmla="*/ 226 h 400"/>
                <a:gd name="T52" fmla="*/ 216 w 237"/>
                <a:gd name="T53" fmla="*/ 246 h 400"/>
                <a:gd name="T54" fmla="*/ 237 w 237"/>
                <a:gd name="T55" fmla="*/ 292 h 400"/>
                <a:gd name="T56" fmla="*/ 208 w 237"/>
                <a:gd name="T57" fmla="*/ 365 h 400"/>
                <a:gd name="T58" fmla="*/ 111 w 237"/>
                <a:gd name="T59" fmla="*/ 400 h 400"/>
                <a:gd name="T60" fmla="*/ 0 w 237"/>
                <a:gd name="T61" fmla="*/ 323 h 400"/>
                <a:gd name="T62" fmla="*/ 18 w 237"/>
                <a:gd name="T63" fmla="*/ 277 h 400"/>
                <a:gd name="T64" fmla="*/ 57 w 237"/>
                <a:gd name="T65" fmla="*/ 255 h 400"/>
                <a:gd name="T66" fmla="*/ 32 w 237"/>
                <a:gd name="T67" fmla="*/ 238 h 400"/>
                <a:gd name="T68" fmla="*/ 26 w 237"/>
                <a:gd name="T69" fmla="*/ 195 h 400"/>
                <a:gd name="T70" fmla="*/ 48 w 237"/>
                <a:gd name="T71" fmla="*/ 172 h 400"/>
                <a:gd name="T72" fmla="*/ 61 w 237"/>
                <a:gd name="T73" fmla="*/ 166 h 400"/>
                <a:gd name="T74" fmla="*/ 9 w 237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7" h="400">
                  <a:moveTo>
                    <a:pt x="153" y="33"/>
                  </a:moveTo>
                  <a:cubicBezTo>
                    <a:pt x="143" y="21"/>
                    <a:pt x="129" y="15"/>
                    <a:pt x="111" y="15"/>
                  </a:cubicBezTo>
                  <a:cubicBezTo>
                    <a:pt x="92" y="15"/>
                    <a:pt x="77" y="22"/>
                    <a:pt x="66" y="35"/>
                  </a:cubicBezTo>
                  <a:cubicBezTo>
                    <a:pt x="56" y="48"/>
                    <a:pt x="50" y="65"/>
                    <a:pt x="50" y="87"/>
                  </a:cubicBezTo>
                  <a:cubicBezTo>
                    <a:pt x="50" y="109"/>
                    <a:pt x="55" y="127"/>
                    <a:pt x="65" y="140"/>
                  </a:cubicBezTo>
                  <a:cubicBezTo>
                    <a:pt x="75" y="153"/>
                    <a:pt x="90" y="159"/>
                    <a:pt x="111" y="159"/>
                  </a:cubicBezTo>
                  <a:cubicBezTo>
                    <a:pt x="121" y="159"/>
                    <a:pt x="130" y="157"/>
                    <a:pt x="137" y="153"/>
                  </a:cubicBezTo>
                  <a:cubicBezTo>
                    <a:pt x="144" y="149"/>
                    <a:pt x="150" y="143"/>
                    <a:pt x="155" y="137"/>
                  </a:cubicBezTo>
                  <a:cubicBezTo>
                    <a:pt x="160" y="130"/>
                    <a:pt x="163" y="122"/>
                    <a:pt x="166" y="113"/>
                  </a:cubicBezTo>
                  <a:cubicBezTo>
                    <a:pt x="168" y="103"/>
                    <a:pt x="169" y="94"/>
                    <a:pt x="169" y="84"/>
                  </a:cubicBezTo>
                  <a:cubicBezTo>
                    <a:pt x="169" y="62"/>
                    <a:pt x="164" y="45"/>
                    <a:pt x="153" y="33"/>
                  </a:cubicBezTo>
                  <a:close/>
                  <a:moveTo>
                    <a:pt x="180" y="270"/>
                  </a:moveTo>
                  <a:cubicBezTo>
                    <a:pt x="167" y="262"/>
                    <a:pt x="147" y="257"/>
                    <a:pt x="118" y="257"/>
                  </a:cubicBezTo>
                  <a:cubicBezTo>
                    <a:pt x="91" y="257"/>
                    <a:pt x="70" y="262"/>
                    <a:pt x="56" y="270"/>
                  </a:cubicBezTo>
                  <a:cubicBezTo>
                    <a:pt x="41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4" y="357"/>
                    <a:pt x="50" y="364"/>
                    <a:pt x="56" y="369"/>
                  </a:cubicBezTo>
                  <a:cubicBezTo>
                    <a:pt x="63" y="374"/>
                    <a:pt x="72" y="378"/>
                    <a:pt x="81" y="381"/>
                  </a:cubicBezTo>
                  <a:cubicBezTo>
                    <a:pt x="91" y="383"/>
                    <a:pt x="101" y="385"/>
                    <a:pt x="112" y="385"/>
                  </a:cubicBezTo>
                  <a:cubicBezTo>
                    <a:pt x="123" y="385"/>
                    <a:pt x="134" y="383"/>
                    <a:pt x="144" y="380"/>
                  </a:cubicBezTo>
                  <a:cubicBezTo>
                    <a:pt x="154" y="377"/>
                    <a:pt x="163" y="373"/>
                    <a:pt x="171" y="367"/>
                  </a:cubicBezTo>
                  <a:cubicBezTo>
                    <a:pt x="179" y="362"/>
                    <a:pt x="186" y="355"/>
                    <a:pt x="191" y="346"/>
                  </a:cubicBezTo>
                  <a:cubicBezTo>
                    <a:pt x="196" y="337"/>
                    <a:pt x="198" y="327"/>
                    <a:pt x="198" y="315"/>
                  </a:cubicBezTo>
                  <a:cubicBezTo>
                    <a:pt x="198" y="293"/>
                    <a:pt x="192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2" y="38"/>
                    <a:pt x="30" y="29"/>
                    <a:pt x="39" y="22"/>
                  </a:cubicBezTo>
                  <a:cubicBezTo>
                    <a:pt x="48" y="15"/>
                    <a:pt x="59" y="9"/>
                    <a:pt x="71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7" y="0"/>
                    <a:pt x="124" y="0"/>
                    <a:pt x="130" y="1"/>
                  </a:cubicBezTo>
                  <a:cubicBezTo>
                    <a:pt x="136" y="1"/>
                    <a:pt x="144" y="1"/>
                    <a:pt x="154" y="2"/>
                  </a:cubicBezTo>
                  <a:cubicBezTo>
                    <a:pt x="162" y="3"/>
                    <a:pt x="169" y="3"/>
                    <a:pt x="176" y="4"/>
                  </a:cubicBezTo>
                  <a:cubicBezTo>
                    <a:pt x="182" y="4"/>
                    <a:pt x="187" y="4"/>
                    <a:pt x="191" y="4"/>
                  </a:cubicBezTo>
                  <a:cubicBezTo>
                    <a:pt x="211" y="4"/>
                    <a:pt x="225" y="4"/>
                    <a:pt x="234" y="2"/>
                  </a:cubicBezTo>
                  <a:cubicBezTo>
                    <a:pt x="234" y="4"/>
                    <a:pt x="234" y="6"/>
                    <a:pt x="233" y="8"/>
                  </a:cubicBezTo>
                  <a:cubicBezTo>
                    <a:pt x="233" y="9"/>
                    <a:pt x="233" y="11"/>
                    <a:pt x="233" y="13"/>
                  </a:cubicBezTo>
                  <a:cubicBezTo>
                    <a:pt x="233" y="15"/>
                    <a:pt x="233" y="17"/>
                    <a:pt x="233" y="19"/>
                  </a:cubicBezTo>
                  <a:cubicBezTo>
                    <a:pt x="234" y="21"/>
                    <a:pt x="234" y="23"/>
                    <a:pt x="234" y="24"/>
                  </a:cubicBezTo>
                  <a:cubicBezTo>
                    <a:pt x="224" y="24"/>
                    <a:pt x="214" y="23"/>
                    <a:pt x="204" y="22"/>
                  </a:cubicBezTo>
                  <a:cubicBezTo>
                    <a:pt x="194" y="21"/>
                    <a:pt x="185" y="20"/>
                    <a:pt x="175" y="20"/>
                  </a:cubicBezTo>
                  <a:cubicBezTo>
                    <a:pt x="174" y="21"/>
                    <a:pt x="174" y="21"/>
                    <a:pt x="174" y="21"/>
                  </a:cubicBezTo>
                  <a:cubicBezTo>
                    <a:pt x="185" y="27"/>
                    <a:pt x="194" y="36"/>
                    <a:pt x="201" y="49"/>
                  </a:cubicBezTo>
                  <a:cubicBezTo>
                    <a:pt x="207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4" y="151"/>
                  </a:cubicBezTo>
                  <a:cubicBezTo>
                    <a:pt x="166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7" y="173"/>
                  </a:cubicBezTo>
                  <a:cubicBezTo>
                    <a:pt x="92" y="173"/>
                    <a:pt x="87" y="172"/>
                    <a:pt x="82" y="172"/>
                  </a:cubicBezTo>
                  <a:cubicBezTo>
                    <a:pt x="76" y="172"/>
                    <a:pt x="70" y="175"/>
                    <a:pt x="64" y="179"/>
                  </a:cubicBezTo>
                  <a:cubicBezTo>
                    <a:pt x="59" y="184"/>
                    <a:pt x="56" y="190"/>
                    <a:pt x="56" y="197"/>
                  </a:cubicBezTo>
                  <a:cubicBezTo>
                    <a:pt x="56" y="206"/>
                    <a:pt x="58" y="213"/>
                    <a:pt x="63" y="217"/>
                  </a:cubicBezTo>
                  <a:cubicBezTo>
                    <a:pt x="67" y="221"/>
                    <a:pt x="76" y="224"/>
                    <a:pt x="88" y="224"/>
                  </a:cubicBezTo>
                  <a:cubicBezTo>
                    <a:pt x="98" y="224"/>
                    <a:pt x="107" y="225"/>
                    <a:pt x="117" y="225"/>
                  </a:cubicBezTo>
                  <a:cubicBezTo>
                    <a:pt x="127" y="225"/>
                    <a:pt x="136" y="225"/>
                    <a:pt x="146" y="226"/>
                  </a:cubicBezTo>
                  <a:cubicBezTo>
                    <a:pt x="163" y="226"/>
                    <a:pt x="177" y="228"/>
                    <a:pt x="188" y="232"/>
                  </a:cubicBezTo>
                  <a:cubicBezTo>
                    <a:pt x="200" y="235"/>
                    <a:pt x="209" y="240"/>
                    <a:pt x="216" y="246"/>
                  </a:cubicBezTo>
                  <a:cubicBezTo>
                    <a:pt x="224" y="252"/>
                    <a:pt x="229" y="259"/>
                    <a:pt x="232" y="267"/>
                  </a:cubicBezTo>
                  <a:cubicBezTo>
                    <a:pt x="236" y="274"/>
                    <a:pt x="237" y="283"/>
                    <a:pt x="237" y="292"/>
                  </a:cubicBezTo>
                  <a:cubicBezTo>
                    <a:pt x="237" y="305"/>
                    <a:pt x="235" y="317"/>
                    <a:pt x="230" y="330"/>
                  </a:cubicBezTo>
                  <a:cubicBezTo>
                    <a:pt x="225" y="343"/>
                    <a:pt x="218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1" y="400"/>
                  </a:cubicBezTo>
                  <a:cubicBezTo>
                    <a:pt x="77" y="400"/>
                    <a:pt x="49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1" y="306"/>
                    <a:pt x="5" y="298"/>
                  </a:cubicBezTo>
                  <a:cubicBezTo>
                    <a:pt x="8" y="290"/>
                    <a:pt x="12" y="283"/>
                    <a:pt x="18" y="277"/>
                  </a:cubicBezTo>
                  <a:cubicBezTo>
                    <a:pt x="23" y="271"/>
                    <a:pt x="29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7" y="245"/>
                    <a:pt x="32" y="238"/>
                  </a:cubicBezTo>
                  <a:cubicBezTo>
                    <a:pt x="26" y="230"/>
                    <a:pt x="23" y="222"/>
                    <a:pt x="23" y="211"/>
                  </a:cubicBezTo>
                  <a:cubicBezTo>
                    <a:pt x="23" y="205"/>
                    <a:pt x="24" y="200"/>
                    <a:pt x="26" y="195"/>
                  </a:cubicBezTo>
                  <a:cubicBezTo>
                    <a:pt x="29" y="190"/>
                    <a:pt x="32" y="185"/>
                    <a:pt x="35" y="181"/>
                  </a:cubicBezTo>
                  <a:cubicBezTo>
                    <a:pt x="39" y="177"/>
                    <a:pt x="43" y="174"/>
                    <a:pt x="48" y="172"/>
                  </a:cubicBezTo>
                  <a:cubicBezTo>
                    <a:pt x="52" y="169"/>
                    <a:pt x="57" y="167"/>
                    <a:pt x="61" y="167"/>
                  </a:cubicBezTo>
                  <a:cubicBezTo>
                    <a:pt x="61" y="166"/>
                    <a:pt x="61" y="166"/>
                    <a:pt x="61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3" y="123"/>
                    <a:pt x="9" y="107"/>
                    <a:pt x="9" y="87"/>
                  </a:cubicBezTo>
                  <a:cubicBezTo>
                    <a:pt x="9" y="72"/>
                    <a:pt x="11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309"/>
            <p:cNvSpPr>
              <a:spLocks/>
            </p:cNvSpPr>
            <p:nvPr userDrawn="1"/>
          </p:nvSpPr>
          <p:spPr bwMode="auto">
            <a:xfrm>
              <a:off x="3748088" y="4843463"/>
              <a:ext cx="84138" cy="146050"/>
            </a:xfrm>
            <a:custGeom>
              <a:avLst/>
              <a:gdLst>
                <a:gd name="T0" fmla="*/ 28 w 218"/>
                <a:gd name="T1" fmla="*/ 324 h 380"/>
                <a:gd name="T2" fmla="*/ 46 w 218"/>
                <a:gd name="T3" fmla="*/ 342 h 380"/>
                <a:gd name="T4" fmla="*/ 70 w 218"/>
                <a:gd name="T5" fmla="*/ 355 h 380"/>
                <a:gd name="T6" fmla="*/ 101 w 218"/>
                <a:gd name="T7" fmla="*/ 360 h 380"/>
                <a:gd name="T8" fmla="*/ 132 w 218"/>
                <a:gd name="T9" fmla="*/ 353 h 380"/>
                <a:gd name="T10" fmla="*/ 156 w 218"/>
                <a:gd name="T11" fmla="*/ 337 h 380"/>
                <a:gd name="T12" fmla="*/ 171 w 218"/>
                <a:gd name="T13" fmla="*/ 312 h 380"/>
                <a:gd name="T14" fmla="*/ 177 w 218"/>
                <a:gd name="T15" fmla="*/ 282 h 380"/>
                <a:gd name="T16" fmla="*/ 164 w 218"/>
                <a:gd name="T17" fmla="*/ 243 h 380"/>
                <a:gd name="T18" fmla="*/ 133 w 218"/>
                <a:gd name="T19" fmla="*/ 219 h 380"/>
                <a:gd name="T20" fmla="*/ 93 w 218"/>
                <a:gd name="T21" fmla="*/ 202 h 380"/>
                <a:gd name="T22" fmla="*/ 53 w 218"/>
                <a:gd name="T23" fmla="*/ 181 h 380"/>
                <a:gd name="T24" fmla="*/ 22 w 218"/>
                <a:gd name="T25" fmla="*/ 151 h 380"/>
                <a:gd name="T26" fmla="*/ 9 w 218"/>
                <a:gd name="T27" fmla="*/ 101 h 380"/>
                <a:gd name="T28" fmla="*/ 17 w 218"/>
                <a:gd name="T29" fmla="*/ 60 h 380"/>
                <a:gd name="T30" fmla="*/ 41 w 218"/>
                <a:gd name="T31" fmla="*/ 28 h 380"/>
                <a:gd name="T32" fmla="*/ 77 w 218"/>
                <a:gd name="T33" fmla="*/ 7 h 380"/>
                <a:gd name="T34" fmla="*/ 125 w 218"/>
                <a:gd name="T35" fmla="*/ 0 h 380"/>
                <a:gd name="T36" fmla="*/ 169 w 218"/>
                <a:gd name="T37" fmla="*/ 6 h 380"/>
                <a:gd name="T38" fmla="*/ 204 w 218"/>
                <a:gd name="T39" fmla="*/ 25 h 380"/>
                <a:gd name="T40" fmla="*/ 196 w 218"/>
                <a:gd name="T41" fmla="*/ 44 h 380"/>
                <a:gd name="T42" fmla="*/ 189 w 218"/>
                <a:gd name="T43" fmla="*/ 70 h 380"/>
                <a:gd name="T44" fmla="*/ 183 w 218"/>
                <a:gd name="T45" fmla="*/ 70 h 380"/>
                <a:gd name="T46" fmla="*/ 176 w 218"/>
                <a:gd name="T47" fmla="*/ 53 h 380"/>
                <a:gd name="T48" fmla="*/ 164 w 218"/>
                <a:gd name="T49" fmla="*/ 37 h 380"/>
                <a:gd name="T50" fmla="*/ 145 w 218"/>
                <a:gd name="T51" fmla="*/ 25 h 380"/>
                <a:gd name="T52" fmla="*/ 120 w 218"/>
                <a:gd name="T53" fmla="*/ 20 h 380"/>
                <a:gd name="T54" fmla="*/ 92 w 218"/>
                <a:gd name="T55" fmla="*/ 24 h 380"/>
                <a:gd name="T56" fmla="*/ 70 w 218"/>
                <a:gd name="T57" fmla="*/ 38 h 380"/>
                <a:gd name="T58" fmla="*/ 56 w 218"/>
                <a:gd name="T59" fmla="*/ 59 h 380"/>
                <a:gd name="T60" fmla="*/ 51 w 218"/>
                <a:gd name="T61" fmla="*/ 86 h 380"/>
                <a:gd name="T62" fmla="*/ 63 w 218"/>
                <a:gd name="T63" fmla="*/ 125 h 380"/>
                <a:gd name="T64" fmla="*/ 94 w 218"/>
                <a:gd name="T65" fmla="*/ 149 h 380"/>
                <a:gd name="T66" fmla="*/ 135 w 218"/>
                <a:gd name="T67" fmla="*/ 167 h 380"/>
                <a:gd name="T68" fmla="*/ 175 w 218"/>
                <a:gd name="T69" fmla="*/ 186 h 380"/>
                <a:gd name="T70" fmla="*/ 206 w 218"/>
                <a:gd name="T71" fmla="*/ 214 h 380"/>
                <a:gd name="T72" fmla="*/ 218 w 218"/>
                <a:gd name="T73" fmla="*/ 261 h 380"/>
                <a:gd name="T74" fmla="*/ 209 w 218"/>
                <a:gd name="T75" fmla="*/ 308 h 380"/>
                <a:gd name="T76" fmla="*/ 184 w 218"/>
                <a:gd name="T77" fmla="*/ 346 h 380"/>
                <a:gd name="T78" fmla="*/ 143 w 218"/>
                <a:gd name="T79" fmla="*/ 371 h 380"/>
                <a:gd name="T80" fmla="*/ 88 w 218"/>
                <a:gd name="T81" fmla="*/ 380 h 380"/>
                <a:gd name="T82" fmla="*/ 34 w 218"/>
                <a:gd name="T83" fmla="*/ 371 h 380"/>
                <a:gd name="T84" fmla="*/ 0 w 218"/>
                <a:gd name="T85" fmla="*/ 352 h 380"/>
                <a:gd name="T86" fmla="*/ 7 w 218"/>
                <a:gd name="T87" fmla="*/ 330 h 380"/>
                <a:gd name="T88" fmla="*/ 10 w 218"/>
                <a:gd name="T89" fmla="*/ 304 h 380"/>
                <a:gd name="T90" fmla="*/ 17 w 218"/>
                <a:gd name="T91" fmla="*/ 304 h 380"/>
                <a:gd name="T92" fmla="*/ 28 w 218"/>
                <a:gd name="T93" fmla="*/ 32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380">
                  <a:moveTo>
                    <a:pt x="28" y="324"/>
                  </a:moveTo>
                  <a:cubicBezTo>
                    <a:pt x="33" y="330"/>
                    <a:pt x="39" y="336"/>
                    <a:pt x="46" y="342"/>
                  </a:cubicBezTo>
                  <a:cubicBezTo>
                    <a:pt x="52" y="347"/>
                    <a:pt x="61" y="351"/>
                    <a:pt x="70" y="355"/>
                  </a:cubicBezTo>
                  <a:cubicBezTo>
                    <a:pt x="79" y="358"/>
                    <a:pt x="89" y="360"/>
                    <a:pt x="101" y="360"/>
                  </a:cubicBezTo>
                  <a:cubicBezTo>
                    <a:pt x="112" y="360"/>
                    <a:pt x="123" y="358"/>
                    <a:pt x="132" y="353"/>
                  </a:cubicBezTo>
                  <a:cubicBezTo>
                    <a:pt x="142" y="349"/>
                    <a:pt x="150" y="344"/>
                    <a:pt x="156" y="337"/>
                  </a:cubicBezTo>
                  <a:cubicBezTo>
                    <a:pt x="163" y="330"/>
                    <a:pt x="168" y="322"/>
                    <a:pt x="171" y="312"/>
                  </a:cubicBezTo>
                  <a:cubicBezTo>
                    <a:pt x="175" y="303"/>
                    <a:pt x="177" y="293"/>
                    <a:pt x="177" y="282"/>
                  </a:cubicBezTo>
                  <a:cubicBezTo>
                    <a:pt x="177" y="266"/>
                    <a:pt x="172" y="253"/>
                    <a:pt x="164" y="243"/>
                  </a:cubicBezTo>
                  <a:cubicBezTo>
                    <a:pt x="156" y="234"/>
                    <a:pt x="145" y="226"/>
                    <a:pt x="133" y="219"/>
                  </a:cubicBezTo>
                  <a:cubicBezTo>
                    <a:pt x="121" y="213"/>
                    <a:pt x="107" y="207"/>
                    <a:pt x="93" y="202"/>
                  </a:cubicBezTo>
                  <a:cubicBezTo>
                    <a:pt x="79" y="196"/>
                    <a:pt x="65" y="190"/>
                    <a:pt x="53" y="181"/>
                  </a:cubicBezTo>
                  <a:cubicBezTo>
                    <a:pt x="40" y="173"/>
                    <a:pt x="30" y="163"/>
                    <a:pt x="22" y="151"/>
                  </a:cubicBezTo>
                  <a:cubicBezTo>
                    <a:pt x="14" y="138"/>
                    <a:pt x="9" y="122"/>
                    <a:pt x="9" y="101"/>
                  </a:cubicBezTo>
                  <a:cubicBezTo>
                    <a:pt x="9" y="86"/>
                    <a:pt x="12" y="72"/>
                    <a:pt x="17" y="60"/>
                  </a:cubicBezTo>
                  <a:cubicBezTo>
                    <a:pt x="23" y="47"/>
                    <a:pt x="30" y="37"/>
                    <a:pt x="41" y="28"/>
                  </a:cubicBezTo>
                  <a:cubicBezTo>
                    <a:pt x="51" y="19"/>
                    <a:pt x="63" y="12"/>
                    <a:pt x="77" y="7"/>
                  </a:cubicBezTo>
                  <a:cubicBezTo>
                    <a:pt x="91" y="2"/>
                    <a:pt x="107" y="0"/>
                    <a:pt x="125" y="0"/>
                  </a:cubicBezTo>
                  <a:cubicBezTo>
                    <a:pt x="142" y="0"/>
                    <a:pt x="157" y="2"/>
                    <a:pt x="169" y="6"/>
                  </a:cubicBezTo>
                  <a:cubicBezTo>
                    <a:pt x="182" y="10"/>
                    <a:pt x="193" y="16"/>
                    <a:pt x="204" y="25"/>
                  </a:cubicBezTo>
                  <a:cubicBezTo>
                    <a:pt x="201" y="31"/>
                    <a:pt x="198" y="37"/>
                    <a:pt x="196" y="44"/>
                  </a:cubicBezTo>
                  <a:cubicBezTo>
                    <a:pt x="194" y="51"/>
                    <a:pt x="191" y="59"/>
                    <a:pt x="189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1" y="65"/>
                    <a:pt x="179" y="59"/>
                    <a:pt x="176" y="53"/>
                  </a:cubicBezTo>
                  <a:cubicBezTo>
                    <a:pt x="173" y="47"/>
                    <a:pt x="169" y="42"/>
                    <a:pt x="164" y="37"/>
                  </a:cubicBezTo>
                  <a:cubicBezTo>
                    <a:pt x="158" y="32"/>
                    <a:pt x="152" y="28"/>
                    <a:pt x="145" y="25"/>
                  </a:cubicBezTo>
                  <a:cubicBezTo>
                    <a:pt x="138" y="21"/>
                    <a:pt x="130" y="20"/>
                    <a:pt x="120" y="20"/>
                  </a:cubicBezTo>
                  <a:cubicBezTo>
                    <a:pt x="110" y="20"/>
                    <a:pt x="101" y="21"/>
                    <a:pt x="92" y="24"/>
                  </a:cubicBezTo>
                  <a:cubicBezTo>
                    <a:pt x="84" y="28"/>
                    <a:pt x="77" y="32"/>
                    <a:pt x="70" y="38"/>
                  </a:cubicBezTo>
                  <a:cubicBezTo>
                    <a:pt x="64" y="44"/>
                    <a:pt x="59" y="51"/>
                    <a:pt x="56" y="59"/>
                  </a:cubicBezTo>
                  <a:cubicBezTo>
                    <a:pt x="53" y="67"/>
                    <a:pt x="51" y="76"/>
                    <a:pt x="51" y="86"/>
                  </a:cubicBezTo>
                  <a:cubicBezTo>
                    <a:pt x="51" y="102"/>
                    <a:pt x="55" y="115"/>
                    <a:pt x="63" y="125"/>
                  </a:cubicBezTo>
                  <a:cubicBezTo>
                    <a:pt x="72" y="135"/>
                    <a:pt x="82" y="143"/>
                    <a:pt x="94" y="149"/>
                  </a:cubicBezTo>
                  <a:cubicBezTo>
                    <a:pt x="107" y="156"/>
                    <a:pt x="120" y="162"/>
                    <a:pt x="135" y="167"/>
                  </a:cubicBezTo>
                  <a:cubicBezTo>
                    <a:pt x="149" y="172"/>
                    <a:pt x="162" y="178"/>
                    <a:pt x="175" y="186"/>
                  </a:cubicBezTo>
                  <a:cubicBezTo>
                    <a:pt x="187" y="193"/>
                    <a:pt x="197" y="203"/>
                    <a:pt x="206" y="214"/>
                  </a:cubicBezTo>
                  <a:cubicBezTo>
                    <a:pt x="214" y="226"/>
                    <a:pt x="218" y="242"/>
                    <a:pt x="218" y="261"/>
                  </a:cubicBezTo>
                  <a:cubicBezTo>
                    <a:pt x="218" y="278"/>
                    <a:pt x="215" y="293"/>
                    <a:pt x="209" y="308"/>
                  </a:cubicBezTo>
                  <a:cubicBezTo>
                    <a:pt x="203" y="322"/>
                    <a:pt x="195" y="335"/>
                    <a:pt x="184" y="346"/>
                  </a:cubicBezTo>
                  <a:cubicBezTo>
                    <a:pt x="173" y="357"/>
                    <a:pt x="159" y="365"/>
                    <a:pt x="143" y="371"/>
                  </a:cubicBezTo>
                  <a:cubicBezTo>
                    <a:pt x="127" y="377"/>
                    <a:pt x="108" y="380"/>
                    <a:pt x="88" y="380"/>
                  </a:cubicBezTo>
                  <a:cubicBezTo>
                    <a:pt x="66" y="380"/>
                    <a:pt x="48" y="377"/>
                    <a:pt x="34" y="371"/>
                  </a:cubicBezTo>
                  <a:cubicBezTo>
                    <a:pt x="21" y="366"/>
                    <a:pt x="9" y="359"/>
                    <a:pt x="0" y="352"/>
                  </a:cubicBezTo>
                  <a:cubicBezTo>
                    <a:pt x="3" y="344"/>
                    <a:pt x="6" y="336"/>
                    <a:pt x="7" y="330"/>
                  </a:cubicBezTo>
                  <a:cubicBezTo>
                    <a:pt x="8" y="323"/>
                    <a:pt x="9" y="315"/>
                    <a:pt x="10" y="304"/>
                  </a:cubicBezTo>
                  <a:cubicBezTo>
                    <a:pt x="17" y="304"/>
                    <a:pt x="17" y="304"/>
                    <a:pt x="17" y="304"/>
                  </a:cubicBezTo>
                  <a:cubicBezTo>
                    <a:pt x="19" y="311"/>
                    <a:pt x="23" y="317"/>
                    <a:pt x="28" y="3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310"/>
            <p:cNvSpPr>
              <a:spLocks/>
            </p:cNvSpPr>
            <p:nvPr userDrawn="1"/>
          </p:nvSpPr>
          <p:spPr bwMode="auto">
            <a:xfrm>
              <a:off x="3856038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2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2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3 w 139"/>
                <a:gd name="T33" fmla="*/ 262 h 329"/>
                <a:gd name="T34" fmla="*/ 78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9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6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5 w 139"/>
                <a:gd name="T79" fmla="*/ 51 h 329"/>
                <a:gd name="T80" fmla="*/ 34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8" y="77"/>
                    <a:pt x="119" y="77"/>
                    <a:pt x="132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2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3" y="262"/>
                  </a:cubicBezTo>
                  <a:cubicBezTo>
                    <a:pt x="73" y="272"/>
                    <a:pt x="75" y="280"/>
                    <a:pt x="78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2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2" y="328"/>
                    <a:pt x="105" y="329"/>
                    <a:pt x="98" y="329"/>
                  </a:cubicBezTo>
                  <a:cubicBezTo>
                    <a:pt x="76" y="329"/>
                    <a:pt x="59" y="323"/>
                    <a:pt x="49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4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6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4" y="98"/>
                    <a:pt x="0" y="99"/>
                  </a:cubicBezTo>
                  <a:cubicBezTo>
                    <a:pt x="0" y="96"/>
                    <a:pt x="1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1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5" y="61"/>
                    <a:pt x="35" y="51"/>
                  </a:cubicBezTo>
                  <a:cubicBezTo>
                    <a:pt x="34" y="40"/>
                    <a:pt x="34" y="29"/>
                    <a:pt x="34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311"/>
            <p:cNvSpPr>
              <a:spLocks/>
            </p:cNvSpPr>
            <p:nvPr userDrawn="1"/>
          </p:nvSpPr>
          <p:spPr bwMode="auto">
            <a:xfrm>
              <a:off x="3938588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3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1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8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30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6" y="8"/>
                    <a:pt x="29" y="8"/>
                    <a:pt x="33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1" y="50"/>
                    <a:pt x="41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312"/>
            <p:cNvSpPr>
              <a:spLocks noEditPoints="1"/>
            </p:cNvSpPr>
            <p:nvPr userDrawn="1"/>
          </p:nvSpPr>
          <p:spPr bwMode="auto">
            <a:xfrm>
              <a:off x="4008438" y="4886325"/>
              <a:ext cx="87313" cy="101600"/>
            </a:xfrm>
            <a:custGeom>
              <a:avLst/>
              <a:gdLst>
                <a:gd name="T0" fmla="*/ 134 w 225"/>
                <a:gd name="T1" fmla="*/ 131 h 264"/>
                <a:gd name="T2" fmla="*/ 110 w 225"/>
                <a:gd name="T3" fmla="*/ 136 h 264"/>
                <a:gd name="T4" fmla="*/ 85 w 225"/>
                <a:gd name="T5" fmla="*/ 142 h 264"/>
                <a:gd name="T6" fmla="*/ 64 w 225"/>
                <a:gd name="T7" fmla="*/ 152 h 264"/>
                <a:gd name="T8" fmla="*/ 49 w 225"/>
                <a:gd name="T9" fmla="*/ 168 h 264"/>
                <a:gd name="T10" fmla="*/ 43 w 225"/>
                <a:gd name="T11" fmla="*/ 193 h 264"/>
                <a:gd name="T12" fmla="*/ 58 w 225"/>
                <a:gd name="T13" fmla="*/ 231 h 264"/>
                <a:gd name="T14" fmla="*/ 90 w 225"/>
                <a:gd name="T15" fmla="*/ 244 h 264"/>
                <a:gd name="T16" fmla="*/ 127 w 225"/>
                <a:gd name="T17" fmla="*/ 233 h 264"/>
                <a:gd name="T18" fmla="*/ 153 w 225"/>
                <a:gd name="T19" fmla="*/ 206 h 264"/>
                <a:gd name="T20" fmla="*/ 155 w 225"/>
                <a:gd name="T21" fmla="*/ 126 h 264"/>
                <a:gd name="T22" fmla="*/ 134 w 225"/>
                <a:gd name="T23" fmla="*/ 131 h 264"/>
                <a:gd name="T24" fmla="*/ 68 w 225"/>
                <a:gd name="T25" fmla="*/ 7 h 264"/>
                <a:gd name="T26" fmla="*/ 109 w 225"/>
                <a:gd name="T27" fmla="*/ 0 h 264"/>
                <a:gd name="T28" fmla="*/ 144 w 225"/>
                <a:gd name="T29" fmla="*/ 6 h 264"/>
                <a:gd name="T30" fmla="*/ 172 w 225"/>
                <a:gd name="T31" fmla="*/ 22 h 264"/>
                <a:gd name="T32" fmla="*/ 189 w 225"/>
                <a:gd name="T33" fmla="*/ 47 h 264"/>
                <a:gd name="T34" fmla="*/ 196 w 225"/>
                <a:gd name="T35" fmla="*/ 79 h 264"/>
                <a:gd name="T36" fmla="*/ 194 w 225"/>
                <a:gd name="T37" fmla="*/ 140 h 264"/>
                <a:gd name="T38" fmla="*/ 193 w 225"/>
                <a:gd name="T39" fmla="*/ 204 h 264"/>
                <a:gd name="T40" fmla="*/ 193 w 225"/>
                <a:gd name="T41" fmla="*/ 217 h 264"/>
                <a:gd name="T42" fmla="*/ 196 w 225"/>
                <a:gd name="T43" fmla="*/ 230 h 264"/>
                <a:gd name="T44" fmla="*/ 202 w 225"/>
                <a:gd name="T45" fmla="*/ 239 h 264"/>
                <a:gd name="T46" fmla="*/ 214 w 225"/>
                <a:gd name="T47" fmla="*/ 243 h 264"/>
                <a:gd name="T48" fmla="*/ 220 w 225"/>
                <a:gd name="T49" fmla="*/ 243 h 264"/>
                <a:gd name="T50" fmla="*/ 225 w 225"/>
                <a:gd name="T51" fmla="*/ 241 h 264"/>
                <a:gd name="T52" fmla="*/ 225 w 225"/>
                <a:gd name="T53" fmla="*/ 252 h 264"/>
                <a:gd name="T54" fmla="*/ 210 w 225"/>
                <a:gd name="T55" fmla="*/ 257 h 264"/>
                <a:gd name="T56" fmla="*/ 191 w 225"/>
                <a:gd name="T57" fmla="*/ 258 h 264"/>
                <a:gd name="T58" fmla="*/ 165 w 225"/>
                <a:gd name="T59" fmla="*/ 249 h 264"/>
                <a:gd name="T60" fmla="*/ 154 w 225"/>
                <a:gd name="T61" fmla="*/ 227 h 264"/>
                <a:gd name="T62" fmla="*/ 116 w 225"/>
                <a:gd name="T63" fmla="*/ 255 h 264"/>
                <a:gd name="T64" fmla="*/ 71 w 225"/>
                <a:gd name="T65" fmla="*/ 264 h 264"/>
                <a:gd name="T66" fmla="*/ 45 w 225"/>
                <a:gd name="T67" fmla="*/ 260 h 264"/>
                <a:gd name="T68" fmla="*/ 22 w 225"/>
                <a:gd name="T69" fmla="*/ 248 h 264"/>
                <a:gd name="T70" fmla="*/ 6 w 225"/>
                <a:gd name="T71" fmla="*/ 227 h 264"/>
                <a:gd name="T72" fmla="*/ 0 w 225"/>
                <a:gd name="T73" fmla="*/ 200 h 264"/>
                <a:gd name="T74" fmla="*/ 20 w 225"/>
                <a:gd name="T75" fmla="*/ 151 h 264"/>
                <a:gd name="T76" fmla="*/ 75 w 225"/>
                <a:gd name="T77" fmla="*/ 127 h 264"/>
                <a:gd name="T78" fmla="*/ 120 w 225"/>
                <a:gd name="T79" fmla="*/ 119 h 264"/>
                <a:gd name="T80" fmla="*/ 144 w 225"/>
                <a:gd name="T81" fmla="*/ 112 h 264"/>
                <a:gd name="T82" fmla="*/ 153 w 225"/>
                <a:gd name="T83" fmla="*/ 103 h 264"/>
                <a:gd name="T84" fmla="*/ 155 w 225"/>
                <a:gd name="T85" fmla="*/ 90 h 264"/>
                <a:gd name="T86" fmla="*/ 152 w 225"/>
                <a:gd name="T87" fmla="*/ 64 h 264"/>
                <a:gd name="T88" fmla="*/ 142 w 225"/>
                <a:gd name="T89" fmla="*/ 43 h 264"/>
                <a:gd name="T90" fmla="*/ 124 w 225"/>
                <a:gd name="T91" fmla="*/ 28 h 264"/>
                <a:gd name="T92" fmla="*/ 96 w 225"/>
                <a:gd name="T93" fmla="*/ 23 h 264"/>
                <a:gd name="T94" fmla="*/ 57 w 225"/>
                <a:gd name="T95" fmla="*/ 32 h 264"/>
                <a:gd name="T96" fmla="*/ 29 w 225"/>
                <a:gd name="T97" fmla="*/ 59 h 264"/>
                <a:gd name="T98" fmla="*/ 23 w 225"/>
                <a:gd name="T99" fmla="*/ 59 h 264"/>
                <a:gd name="T100" fmla="*/ 23 w 225"/>
                <a:gd name="T101" fmla="*/ 31 h 264"/>
                <a:gd name="T102" fmla="*/ 68 w 225"/>
                <a:gd name="T103" fmla="*/ 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5" h="264">
                  <a:moveTo>
                    <a:pt x="134" y="131"/>
                  </a:moveTo>
                  <a:cubicBezTo>
                    <a:pt x="126" y="133"/>
                    <a:pt x="118" y="134"/>
                    <a:pt x="110" y="136"/>
                  </a:cubicBezTo>
                  <a:cubicBezTo>
                    <a:pt x="101" y="138"/>
                    <a:pt x="93" y="140"/>
                    <a:pt x="85" y="142"/>
                  </a:cubicBezTo>
                  <a:cubicBezTo>
                    <a:pt x="77" y="145"/>
                    <a:pt x="70" y="148"/>
                    <a:pt x="64" y="152"/>
                  </a:cubicBezTo>
                  <a:cubicBezTo>
                    <a:pt x="58" y="157"/>
                    <a:pt x="53" y="162"/>
                    <a:pt x="49" y="168"/>
                  </a:cubicBezTo>
                  <a:cubicBezTo>
                    <a:pt x="45" y="175"/>
                    <a:pt x="43" y="183"/>
                    <a:pt x="43" y="193"/>
                  </a:cubicBezTo>
                  <a:cubicBezTo>
                    <a:pt x="43" y="210"/>
                    <a:pt x="48" y="223"/>
                    <a:pt x="58" y="231"/>
                  </a:cubicBezTo>
                  <a:cubicBezTo>
                    <a:pt x="67" y="240"/>
                    <a:pt x="78" y="244"/>
                    <a:pt x="90" y="244"/>
                  </a:cubicBezTo>
                  <a:cubicBezTo>
                    <a:pt x="103" y="244"/>
                    <a:pt x="116" y="240"/>
                    <a:pt x="127" y="233"/>
                  </a:cubicBezTo>
                  <a:cubicBezTo>
                    <a:pt x="138" y="225"/>
                    <a:pt x="147" y="216"/>
                    <a:pt x="153" y="206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49" y="128"/>
                    <a:pt x="142" y="130"/>
                    <a:pt x="134" y="131"/>
                  </a:cubicBezTo>
                  <a:close/>
                  <a:moveTo>
                    <a:pt x="68" y="7"/>
                  </a:moveTo>
                  <a:cubicBezTo>
                    <a:pt x="81" y="2"/>
                    <a:pt x="95" y="0"/>
                    <a:pt x="109" y="0"/>
                  </a:cubicBezTo>
                  <a:cubicBezTo>
                    <a:pt x="122" y="0"/>
                    <a:pt x="134" y="2"/>
                    <a:pt x="144" y="6"/>
                  </a:cubicBezTo>
                  <a:cubicBezTo>
                    <a:pt x="155" y="10"/>
                    <a:pt x="164" y="15"/>
                    <a:pt x="172" y="22"/>
                  </a:cubicBezTo>
                  <a:cubicBezTo>
                    <a:pt x="179" y="29"/>
                    <a:pt x="185" y="37"/>
                    <a:pt x="189" y="47"/>
                  </a:cubicBezTo>
                  <a:cubicBezTo>
                    <a:pt x="194" y="57"/>
                    <a:pt x="196" y="68"/>
                    <a:pt x="196" y="79"/>
                  </a:cubicBezTo>
                  <a:cubicBezTo>
                    <a:pt x="196" y="100"/>
                    <a:pt x="195" y="120"/>
                    <a:pt x="194" y="140"/>
                  </a:cubicBezTo>
                  <a:cubicBezTo>
                    <a:pt x="194" y="160"/>
                    <a:pt x="193" y="181"/>
                    <a:pt x="193" y="204"/>
                  </a:cubicBezTo>
                  <a:cubicBezTo>
                    <a:pt x="193" y="208"/>
                    <a:pt x="193" y="212"/>
                    <a:pt x="193" y="217"/>
                  </a:cubicBezTo>
                  <a:cubicBezTo>
                    <a:pt x="194" y="222"/>
                    <a:pt x="194" y="226"/>
                    <a:pt x="196" y="230"/>
                  </a:cubicBezTo>
                  <a:cubicBezTo>
                    <a:pt x="197" y="234"/>
                    <a:pt x="199" y="237"/>
                    <a:pt x="202" y="239"/>
                  </a:cubicBezTo>
                  <a:cubicBezTo>
                    <a:pt x="205" y="242"/>
                    <a:pt x="209" y="243"/>
                    <a:pt x="214" y="243"/>
                  </a:cubicBezTo>
                  <a:cubicBezTo>
                    <a:pt x="216" y="243"/>
                    <a:pt x="218" y="243"/>
                    <a:pt x="220" y="243"/>
                  </a:cubicBezTo>
                  <a:cubicBezTo>
                    <a:pt x="221" y="243"/>
                    <a:pt x="223" y="242"/>
                    <a:pt x="225" y="241"/>
                  </a:cubicBezTo>
                  <a:cubicBezTo>
                    <a:pt x="225" y="252"/>
                    <a:pt x="225" y="252"/>
                    <a:pt x="225" y="252"/>
                  </a:cubicBezTo>
                  <a:cubicBezTo>
                    <a:pt x="221" y="254"/>
                    <a:pt x="216" y="256"/>
                    <a:pt x="210" y="257"/>
                  </a:cubicBezTo>
                  <a:cubicBezTo>
                    <a:pt x="205" y="258"/>
                    <a:pt x="198" y="258"/>
                    <a:pt x="191" y="258"/>
                  </a:cubicBezTo>
                  <a:cubicBezTo>
                    <a:pt x="179" y="258"/>
                    <a:pt x="171" y="255"/>
                    <a:pt x="165" y="249"/>
                  </a:cubicBezTo>
                  <a:cubicBezTo>
                    <a:pt x="159" y="243"/>
                    <a:pt x="155" y="236"/>
                    <a:pt x="154" y="227"/>
                  </a:cubicBezTo>
                  <a:cubicBezTo>
                    <a:pt x="141" y="239"/>
                    <a:pt x="129" y="249"/>
                    <a:pt x="116" y="255"/>
                  </a:cubicBezTo>
                  <a:cubicBezTo>
                    <a:pt x="104" y="261"/>
                    <a:pt x="89" y="264"/>
                    <a:pt x="71" y="264"/>
                  </a:cubicBezTo>
                  <a:cubicBezTo>
                    <a:pt x="62" y="264"/>
                    <a:pt x="53" y="263"/>
                    <a:pt x="45" y="260"/>
                  </a:cubicBezTo>
                  <a:cubicBezTo>
                    <a:pt x="36" y="258"/>
                    <a:pt x="29" y="254"/>
                    <a:pt x="22" y="248"/>
                  </a:cubicBezTo>
                  <a:cubicBezTo>
                    <a:pt x="16" y="242"/>
                    <a:pt x="10" y="235"/>
                    <a:pt x="6" y="227"/>
                  </a:cubicBezTo>
                  <a:cubicBezTo>
                    <a:pt x="2" y="220"/>
                    <a:pt x="0" y="210"/>
                    <a:pt x="0" y="200"/>
                  </a:cubicBezTo>
                  <a:cubicBezTo>
                    <a:pt x="0" y="179"/>
                    <a:pt x="7" y="162"/>
                    <a:pt x="20" y="151"/>
                  </a:cubicBezTo>
                  <a:cubicBezTo>
                    <a:pt x="33" y="139"/>
                    <a:pt x="52" y="131"/>
                    <a:pt x="75" y="127"/>
                  </a:cubicBezTo>
                  <a:cubicBezTo>
                    <a:pt x="94" y="124"/>
                    <a:pt x="109" y="121"/>
                    <a:pt x="120" y="119"/>
                  </a:cubicBezTo>
                  <a:cubicBezTo>
                    <a:pt x="131" y="117"/>
                    <a:pt x="139" y="114"/>
                    <a:pt x="144" y="112"/>
                  </a:cubicBezTo>
                  <a:cubicBezTo>
                    <a:pt x="149" y="109"/>
                    <a:pt x="152" y="106"/>
                    <a:pt x="153" y="103"/>
                  </a:cubicBezTo>
                  <a:cubicBezTo>
                    <a:pt x="154" y="100"/>
                    <a:pt x="155" y="95"/>
                    <a:pt x="155" y="90"/>
                  </a:cubicBezTo>
                  <a:cubicBezTo>
                    <a:pt x="155" y="81"/>
                    <a:pt x="154" y="72"/>
                    <a:pt x="152" y="64"/>
                  </a:cubicBezTo>
                  <a:cubicBezTo>
                    <a:pt x="150" y="56"/>
                    <a:pt x="146" y="49"/>
                    <a:pt x="142" y="43"/>
                  </a:cubicBezTo>
                  <a:cubicBezTo>
                    <a:pt x="137" y="37"/>
                    <a:pt x="131" y="32"/>
                    <a:pt x="124" y="28"/>
                  </a:cubicBezTo>
                  <a:cubicBezTo>
                    <a:pt x="116" y="25"/>
                    <a:pt x="107" y="23"/>
                    <a:pt x="96" y="23"/>
                  </a:cubicBezTo>
                  <a:cubicBezTo>
                    <a:pt x="82" y="23"/>
                    <a:pt x="69" y="26"/>
                    <a:pt x="57" y="32"/>
                  </a:cubicBezTo>
                  <a:cubicBezTo>
                    <a:pt x="44" y="39"/>
                    <a:pt x="35" y="48"/>
                    <a:pt x="29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39" y="19"/>
                    <a:pt x="54" y="11"/>
                    <a:pt x="68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313"/>
            <p:cNvSpPr>
              <a:spLocks/>
            </p:cNvSpPr>
            <p:nvPr userDrawn="1"/>
          </p:nvSpPr>
          <p:spPr bwMode="auto">
            <a:xfrm>
              <a:off x="4117975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2 w 139"/>
                <a:gd name="T27" fmla="*/ 150 h 329"/>
                <a:gd name="T28" fmla="*/ 72 w 139"/>
                <a:gd name="T29" fmla="*/ 193 h 329"/>
                <a:gd name="T30" fmla="*/ 71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2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6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2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1" y="221"/>
                    <a:pt x="71" y="233"/>
                  </a:cubicBezTo>
                  <a:cubicBezTo>
                    <a:pt x="71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4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7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2" y="285"/>
                    <a:pt x="32" y="264"/>
                  </a:cubicBezTo>
                  <a:cubicBezTo>
                    <a:pt x="32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7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Freeform 314"/>
            <p:cNvSpPr>
              <a:spLocks noEditPoints="1"/>
            </p:cNvSpPr>
            <p:nvPr userDrawn="1"/>
          </p:nvSpPr>
          <p:spPr bwMode="auto">
            <a:xfrm>
              <a:off x="4191000" y="4886325"/>
              <a:ext cx="88900" cy="101600"/>
            </a:xfrm>
            <a:custGeom>
              <a:avLst/>
              <a:gdLst>
                <a:gd name="T0" fmla="*/ 89 w 231"/>
                <a:gd name="T1" fmla="*/ 26 h 264"/>
                <a:gd name="T2" fmla="*/ 67 w 231"/>
                <a:gd name="T3" fmla="*/ 49 h 264"/>
                <a:gd name="T4" fmla="*/ 54 w 231"/>
                <a:gd name="T5" fmla="*/ 79 h 264"/>
                <a:gd name="T6" fmla="*/ 48 w 231"/>
                <a:gd name="T7" fmla="*/ 109 h 264"/>
                <a:gd name="T8" fmla="*/ 82 w 231"/>
                <a:gd name="T9" fmla="*/ 110 h 264"/>
                <a:gd name="T10" fmla="*/ 117 w 231"/>
                <a:gd name="T11" fmla="*/ 111 h 264"/>
                <a:gd name="T12" fmla="*/ 153 w 231"/>
                <a:gd name="T13" fmla="*/ 110 h 264"/>
                <a:gd name="T14" fmla="*/ 188 w 231"/>
                <a:gd name="T15" fmla="*/ 109 h 264"/>
                <a:gd name="T16" fmla="*/ 185 w 231"/>
                <a:gd name="T17" fmla="*/ 79 h 264"/>
                <a:gd name="T18" fmla="*/ 176 w 231"/>
                <a:gd name="T19" fmla="*/ 49 h 264"/>
                <a:gd name="T20" fmla="*/ 156 w 231"/>
                <a:gd name="T21" fmla="*/ 26 h 264"/>
                <a:gd name="T22" fmla="*/ 122 w 231"/>
                <a:gd name="T23" fmla="*/ 17 h 264"/>
                <a:gd name="T24" fmla="*/ 89 w 231"/>
                <a:gd name="T25" fmla="*/ 26 h 264"/>
                <a:gd name="T26" fmla="*/ 31 w 231"/>
                <a:gd name="T27" fmla="*/ 38 h 264"/>
                <a:gd name="T28" fmla="*/ 121 w 231"/>
                <a:gd name="T29" fmla="*/ 0 h 264"/>
                <a:gd name="T30" fmla="*/ 170 w 231"/>
                <a:gd name="T31" fmla="*/ 9 h 264"/>
                <a:gd name="T32" fmla="*/ 204 w 231"/>
                <a:gd name="T33" fmla="*/ 32 h 264"/>
                <a:gd name="T34" fmla="*/ 224 w 231"/>
                <a:gd name="T35" fmla="*/ 67 h 264"/>
                <a:gd name="T36" fmla="*/ 231 w 231"/>
                <a:gd name="T37" fmla="*/ 109 h 264"/>
                <a:gd name="T38" fmla="*/ 231 w 231"/>
                <a:gd name="T39" fmla="*/ 119 h 264"/>
                <a:gd name="T40" fmla="*/ 230 w 231"/>
                <a:gd name="T41" fmla="*/ 129 h 264"/>
                <a:gd name="T42" fmla="*/ 173 w 231"/>
                <a:gd name="T43" fmla="*/ 128 h 264"/>
                <a:gd name="T44" fmla="*/ 117 w 231"/>
                <a:gd name="T45" fmla="*/ 128 h 264"/>
                <a:gd name="T46" fmla="*/ 82 w 231"/>
                <a:gd name="T47" fmla="*/ 128 h 264"/>
                <a:gd name="T48" fmla="*/ 47 w 231"/>
                <a:gd name="T49" fmla="*/ 129 h 264"/>
                <a:gd name="T50" fmla="*/ 46 w 231"/>
                <a:gd name="T51" fmla="*/ 137 h 264"/>
                <a:gd name="T52" fmla="*/ 46 w 231"/>
                <a:gd name="T53" fmla="*/ 144 h 264"/>
                <a:gd name="T54" fmla="*/ 53 w 231"/>
                <a:gd name="T55" fmla="*/ 184 h 264"/>
                <a:gd name="T56" fmla="*/ 70 w 231"/>
                <a:gd name="T57" fmla="*/ 215 h 264"/>
                <a:gd name="T58" fmla="*/ 99 w 231"/>
                <a:gd name="T59" fmla="*/ 236 h 264"/>
                <a:gd name="T60" fmla="*/ 138 w 231"/>
                <a:gd name="T61" fmla="*/ 244 h 264"/>
                <a:gd name="T62" fmla="*/ 160 w 231"/>
                <a:gd name="T63" fmla="*/ 241 h 264"/>
                <a:gd name="T64" fmla="*/ 182 w 231"/>
                <a:gd name="T65" fmla="*/ 233 h 264"/>
                <a:gd name="T66" fmla="*/ 202 w 231"/>
                <a:gd name="T67" fmla="*/ 221 h 264"/>
                <a:gd name="T68" fmla="*/ 218 w 231"/>
                <a:gd name="T69" fmla="*/ 205 h 264"/>
                <a:gd name="T70" fmla="*/ 221 w 231"/>
                <a:gd name="T71" fmla="*/ 207 h 264"/>
                <a:gd name="T72" fmla="*/ 217 w 231"/>
                <a:gd name="T73" fmla="*/ 233 h 264"/>
                <a:gd name="T74" fmla="*/ 178 w 231"/>
                <a:gd name="T75" fmla="*/ 255 h 264"/>
                <a:gd name="T76" fmla="*/ 129 w 231"/>
                <a:gd name="T77" fmla="*/ 264 h 264"/>
                <a:gd name="T78" fmla="*/ 76 w 231"/>
                <a:gd name="T79" fmla="*/ 255 h 264"/>
                <a:gd name="T80" fmla="*/ 36 w 231"/>
                <a:gd name="T81" fmla="*/ 230 h 264"/>
                <a:gd name="T82" fmla="*/ 9 w 231"/>
                <a:gd name="T83" fmla="*/ 190 h 264"/>
                <a:gd name="T84" fmla="*/ 0 w 231"/>
                <a:gd name="T85" fmla="*/ 140 h 264"/>
                <a:gd name="T86" fmla="*/ 31 w 231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1" h="264">
                  <a:moveTo>
                    <a:pt x="89" y="26"/>
                  </a:moveTo>
                  <a:cubicBezTo>
                    <a:pt x="80" y="32"/>
                    <a:pt x="73" y="40"/>
                    <a:pt x="67" y="49"/>
                  </a:cubicBezTo>
                  <a:cubicBezTo>
                    <a:pt x="61" y="58"/>
                    <a:pt x="57" y="68"/>
                    <a:pt x="54" y="79"/>
                  </a:cubicBezTo>
                  <a:cubicBezTo>
                    <a:pt x="51" y="89"/>
                    <a:pt x="49" y="100"/>
                    <a:pt x="48" y="109"/>
                  </a:cubicBezTo>
                  <a:cubicBezTo>
                    <a:pt x="59" y="110"/>
                    <a:pt x="70" y="110"/>
                    <a:pt x="82" y="110"/>
                  </a:cubicBezTo>
                  <a:cubicBezTo>
                    <a:pt x="94" y="111"/>
                    <a:pt x="106" y="111"/>
                    <a:pt x="117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6" y="110"/>
                    <a:pt x="188" y="109"/>
                  </a:cubicBezTo>
                  <a:cubicBezTo>
                    <a:pt x="188" y="100"/>
                    <a:pt x="187" y="90"/>
                    <a:pt x="185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1" y="40"/>
                    <a:pt x="164" y="32"/>
                    <a:pt x="156" y="26"/>
                  </a:cubicBezTo>
                  <a:cubicBezTo>
                    <a:pt x="147" y="20"/>
                    <a:pt x="136" y="17"/>
                    <a:pt x="122" y="17"/>
                  </a:cubicBezTo>
                  <a:cubicBezTo>
                    <a:pt x="109" y="17"/>
                    <a:pt x="98" y="20"/>
                    <a:pt x="89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1" y="0"/>
                  </a:cubicBezTo>
                  <a:cubicBezTo>
                    <a:pt x="140" y="0"/>
                    <a:pt x="156" y="3"/>
                    <a:pt x="170" y="9"/>
                  </a:cubicBezTo>
                  <a:cubicBezTo>
                    <a:pt x="183" y="15"/>
                    <a:pt x="195" y="23"/>
                    <a:pt x="204" y="32"/>
                  </a:cubicBezTo>
                  <a:cubicBezTo>
                    <a:pt x="213" y="42"/>
                    <a:pt x="220" y="54"/>
                    <a:pt x="224" y="67"/>
                  </a:cubicBezTo>
                  <a:cubicBezTo>
                    <a:pt x="229" y="80"/>
                    <a:pt x="231" y="94"/>
                    <a:pt x="231" y="109"/>
                  </a:cubicBezTo>
                  <a:cubicBezTo>
                    <a:pt x="231" y="112"/>
                    <a:pt x="231" y="116"/>
                    <a:pt x="231" y="119"/>
                  </a:cubicBezTo>
                  <a:cubicBezTo>
                    <a:pt x="231" y="122"/>
                    <a:pt x="230" y="126"/>
                    <a:pt x="230" y="129"/>
                  </a:cubicBezTo>
                  <a:cubicBezTo>
                    <a:pt x="211" y="129"/>
                    <a:pt x="192" y="128"/>
                    <a:pt x="173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5" y="128"/>
                    <a:pt x="93" y="128"/>
                    <a:pt x="82" y="128"/>
                  </a:cubicBezTo>
                  <a:cubicBezTo>
                    <a:pt x="71" y="128"/>
                    <a:pt x="59" y="129"/>
                    <a:pt x="47" y="129"/>
                  </a:cubicBezTo>
                  <a:cubicBezTo>
                    <a:pt x="47" y="131"/>
                    <a:pt x="46" y="134"/>
                    <a:pt x="46" y="137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58"/>
                    <a:pt x="48" y="171"/>
                    <a:pt x="53" y="184"/>
                  </a:cubicBezTo>
                  <a:cubicBezTo>
                    <a:pt x="57" y="196"/>
                    <a:pt x="63" y="206"/>
                    <a:pt x="70" y="215"/>
                  </a:cubicBezTo>
                  <a:cubicBezTo>
                    <a:pt x="78" y="224"/>
                    <a:pt x="88" y="231"/>
                    <a:pt x="99" y="236"/>
                  </a:cubicBezTo>
                  <a:cubicBezTo>
                    <a:pt x="110" y="241"/>
                    <a:pt x="123" y="244"/>
                    <a:pt x="138" y="244"/>
                  </a:cubicBezTo>
                  <a:cubicBezTo>
                    <a:pt x="145" y="244"/>
                    <a:pt x="153" y="243"/>
                    <a:pt x="160" y="241"/>
                  </a:cubicBezTo>
                  <a:cubicBezTo>
                    <a:pt x="167" y="239"/>
                    <a:pt x="175" y="236"/>
                    <a:pt x="182" y="233"/>
                  </a:cubicBezTo>
                  <a:cubicBezTo>
                    <a:pt x="189" y="229"/>
                    <a:pt x="195" y="225"/>
                    <a:pt x="202" y="221"/>
                  </a:cubicBezTo>
                  <a:cubicBezTo>
                    <a:pt x="208" y="216"/>
                    <a:pt x="213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7" y="233"/>
                    <a:pt x="217" y="233"/>
                    <a:pt x="217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2" y="261"/>
                    <a:pt x="146" y="264"/>
                    <a:pt x="129" y="264"/>
                  </a:cubicBezTo>
                  <a:cubicBezTo>
                    <a:pt x="110" y="264"/>
                    <a:pt x="92" y="261"/>
                    <a:pt x="76" y="255"/>
                  </a:cubicBezTo>
                  <a:cubicBezTo>
                    <a:pt x="61" y="249"/>
                    <a:pt x="47" y="241"/>
                    <a:pt x="36" y="230"/>
                  </a:cubicBezTo>
                  <a:cubicBezTo>
                    <a:pt x="24" y="218"/>
                    <a:pt x="15" y="205"/>
                    <a:pt x="9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0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315"/>
            <p:cNvSpPr>
              <a:spLocks noEditPoints="1"/>
            </p:cNvSpPr>
            <p:nvPr userDrawn="1"/>
          </p:nvSpPr>
          <p:spPr bwMode="auto">
            <a:xfrm>
              <a:off x="4305300" y="4886325"/>
              <a:ext cx="92075" cy="153988"/>
            </a:xfrm>
            <a:custGeom>
              <a:avLst/>
              <a:gdLst>
                <a:gd name="T0" fmla="*/ 112 w 238"/>
                <a:gd name="T1" fmla="*/ 15 h 400"/>
                <a:gd name="T2" fmla="*/ 51 w 238"/>
                <a:gd name="T3" fmla="*/ 87 h 400"/>
                <a:gd name="T4" fmla="*/ 111 w 238"/>
                <a:gd name="T5" fmla="*/ 159 h 400"/>
                <a:gd name="T6" fmla="*/ 156 w 238"/>
                <a:gd name="T7" fmla="*/ 137 h 400"/>
                <a:gd name="T8" fmla="*/ 170 w 238"/>
                <a:gd name="T9" fmla="*/ 84 h 400"/>
                <a:gd name="T10" fmla="*/ 180 w 238"/>
                <a:gd name="T11" fmla="*/ 270 h 400"/>
                <a:gd name="T12" fmla="*/ 56 w 238"/>
                <a:gd name="T13" fmla="*/ 270 h 400"/>
                <a:gd name="T14" fmla="*/ 40 w 238"/>
                <a:gd name="T15" fmla="*/ 348 h 400"/>
                <a:gd name="T16" fmla="*/ 82 w 238"/>
                <a:gd name="T17" fmla="*/ 381 h 400"/>
                <a:gd name="T18" fmla="*/ 144 w 238"/>
                <a:gd name="T19" fmla="*/ 380 h 400"/>
                <a:gd name="T20" fmla="*/ 191 w 238"/>
                <a:gd name="T21" fmla="*/ 346 h 400"/>
                <a:gd name="T22" fmla="*/ 180 w 238"/>
                <a:gd name="T23" fmla="*/ 270 h 400"/>
                <a:gd name="T24" fmla="*/ 39 w 238"/>
                <a:gd name="T25" fmla="*/ 22 h 400"/>
                <a:gd name="T26" fmla="*/ 111 w 238"/>
                <a:gd name="T27" fmla="*/ 0 h 400"/>
                <a:gd name="T28" fmla="*/ 154 w 238"/>
                <a:gd name="T29" fmla="*/ 2 h 400"/>
                <a:gd name="T30" fmla="*/ 192 w 238"/>
                <a:gd name="T31" fmla="*/ 4 h 400"/>
                <a:gd name="T32" fmla="*/ 234 w 238"/>
                <a:gd name="T33" fmla="*/ 8 h 400"/>
                <a:gd name="T34" fmla="*/ 234 w 238"/>
                <a:gd name="T35" fmla="*/ 19 h 400"/>
                <a:gd name="T36" fmla="*/ 205 w 238"/>
                <a:gd name="T37" fmla="*/ 22 h 400"/>
                <a:gd name="T38" fmla="*/ 175 w 238"/>
                <a:gd name="T39" fmla="*/ 21 h 400"/>
                <a:gd name="T40" fmla="*/ 211 w 238"/>
                <a:gd name="T41" fmla="*/ 88 h 400"/>
                <a:gd name="T42" fmla="*/ 112 w 238"/>
                <a:gd name="T43" fmla="*/ 173 h 400"/>
                <a:gd name="T44" fmla="*/ 83 w 238"/>
                <a:gd name="T45" fmla="*/ 172 h 400"/>
                <a:gd name="T46" fmla="*/ 57 w 238"/>
                <a:gd name="T47" fmla="*/ 197 h 400"/>
                <a:gd name="T48" fmla="*/ 88 w 238"/>
                <a:gd name="T49" fmla="*/ 224 h 400"/>
                <a:gd name="T50" fmla="*/ 147 w 238"/>
                <a:gd name="T51" fmla="*/ 226 h 400"/>
                <a:gd name="T52" fmla="*/ 217 w 238"/>
                <a:gd name="T53" fmla="*/ 246 h 400"/>
                <a:gd name="T54" fmla="*/ 238 w 238"/>
                <a:gd name="T55" fmla="*/ 292 h 400"/>
                <a:gd name="T56" fmla="*/ 208 w 238"/>
                <a:gd name="T57" fmla="*/ 365 h 400"/>
                <a:gd name="T58" fmla="*/ 112 w 238"/>
                <a:gd name="T59" fmla="*/ 400 h 400"/>
                <a:gd name="T60" fmla="*/ 0 w 238"/>
                <a:gd name="T61" fmla="*/ 323 h 400"/>
                <a:gd name="T62" fmla="*/ 18 w 238"/>
                <a:gd name="T63" fmla="*/ 277 h 400"/>
                <a:gd name="T64" fmla="*/ 57 w 238"/>
                <a:gd name="T65" fmla="*/ 255 h 400"/>
                <a:gd name="T66" fmla="*/ 32 w 238"/>
                <a:gd name="T67" fmla="*/ 238 h 400"/>
                <a:gd name="T68" fmla="*/ 27 w 238"/>
                <a:gd name="T69" fmla="*/ 195 h 400"/>
                <a:gd name="T70" fmla="*/ 48 w 238"/>
                <a:gd name="T71" fmla="*/ 172 h 400"/>
                <a:gd name="T72" fmla="*/ 62 w 238"/>
                <a:gd name="T73" fmla="*/ 166 h 400"/>
                <a:gd name="T74" fmla="*/ 9 w 238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8" h="400">
                  <a:moveTo>
                    <a:pt x="154" y="33"/>
                  </a:moveTo>
                  <a:cubicBezTo>
                    <a:pt x="143" y="21"/>
                    <a:pt x="129" y="15"/>
                    <a:pt x="112" y="15"/>
                  </a:cubicBezTo>
                  <a:cubicBezTo>
                    <a:pt x="93" y="15"/>
                    <a:pt x="78" y="22"/>
                    <a:pt x="67" y="35"/>
                  </a:cubicBezTo>
                  <a:cubicBezTo>
                    <a:pt x="56" y="48"/>
                    <a:pt x="51" y="65"/>
                    <a:pt x="51" y="87"/>
                  </a:cubicBezTo>
                  <a:cubicBezTo>
                    <a:pt x="51" y="109"/>
                    <a:pt x="56" y="127"/>
                    <a:pt x="66" y="140"/>
                  </a:cubicBezTo>
                  <a:cubicBezTo>
                    <a:pt x="75" y="153"/>
                    <a:pt x="91" y="159"/>
                    <a:pt x="111" y="159"/>
                  </a:cubicBezTo>
                  <a:cubicBezTo>
                    <a:pt x="122" y="159"/>
                    <a:pt x="130" y="157"/>
                    <a:pt x="138" y="153"/>
                  </a:cubicBezTo>
                  <a:cubicBezTo>
                    <a:pt x="145" y="149"/>
                    <a:pt x="151" y="143"/>
                    <a:pt x="156" y="137"/>
                  </a:cubicBezTo>
                  <a:cubicBezTo>
                    <a:pt x="161" y="130"/>
                    <a:pt x="164" y="122"/>
                    <a:pt x="166" y="113"/>
                  </a:cubicBezTo>
                  <a:cubicBezTo>
                    <a:pt x="169" y="103"/>
                    <a:pt x="170" y="94"/>
                    <a:pt x="170" y="84"/>
                  </a:cubicBezTo>
                  <a:cubicBezTo>
                    <a:pt x="170" y="62"/>
                    <a:pt x="165" y="45"/>
                    <a:pt x="154" y="33"/>
                  </a:cubicBezTo>
                  <a:close/>
                  <a:moveTo>
                    <a:pt x="180" y="270"/>
                  </a:moveTo>
                  <a:cubicBezTo>
                    <a:pt x="168" y="262"/>
                    <a:pt x="147" y="257"/>
                    <a:pt x="118" y="257"/>
                  </a:cubicBezTo>
                  <a:cubicBezTo>
                    <a:pt x="92" y="257"/>
                    <a:pt x="71" y="262"/>
                    <a:pt x="56" y="270"/>
                  </a:cubicBezTo>
                  <a:cubicBezTo>
                    <a:pt x="42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5" y="357"/>
                    <a:pt x="50" y="364"/>
                    <a:pt x="57" y="369"/>
                  </a:cubicBezTo>
                  <a:cubicBezTo>
                    <a:pt x="64" y="374"/>
                    <a:pt x="72" y="378"/>
                    <a:pt x="82" y="381"/>
                  </a:cubicBezTo>
                  <a:cubicBezTo>
                    <a:pt x="92" y="383"/>
                    <a:pt x="102" y="385"/>
                    <a:pt x="113" y="385"/>
                  </a:cubicBezTo>
                  <a:cubicBezTo>
                    <a:pt x="124" y="385"/>
                    <a:pt x="134" y="383"/>
                    <a:pt x="144" y="380"/>
                  </a:cubicBezTo>
                  <a:cubicBezTo>
                    <a:pt x="155" y="377"/>
                    <a:pt x="164" y="373"/>
                    <a:pt x="172" y="367"/>
                  </a:cubicBezTo>
                  <a:cubicBezTo>
                    <a:pt x="180" y="362"/>
                    <a:pt x="187" y="355"/>
                    <a:pt x="191" y="346"/>
                  </a:cubicBezTo>
                  <a:cubicBezTo>
                    <a:pt x="196" y="337"/>
                    <a:pt x="199" y="327"/>
                    <a:pt x="199" y="315"/>
                  </a:cubicBezTo>
                  <a:cubicBezTo>
                    <a:pt x="199" y="293"/>
                    <a:pt x="193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3" y="38"/>
                    <a:pt x="30" y="29"/>
                    <a:pt x="39" y="22"/>
                  </a:cubicBezTo>
                  <a:cubicBezTo>
                    <a:pt x="49" y="15"/>
                    <a:pt x="60" y="9"/>
                    <a:pt x="72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8" y="0"/>
                    <a:pt x="124" y="0"/>
                    <a:pt x="131" y="1"/>
                  </a:cubicBezTo>
                  <a:cubicBezTo>
                    <a:pt x="137" y="1"/>
                    <a:pt x="145" y="1"/>
                    <a:pt x="154" y="2"/>
                  </a:cubicBezTo>
                  <a:cubicBezTo>
                    <a:pt x="163" y="3"/>
                    <a:pt x="170" y="3"/>
                    <a:pt x="176" y="4"/>
                  </a:cubicBezTo>
                  <a:cubicBezTo>
                    <a:pt x="183" y="4"/>
                    <a:pt x="188" y="4"/>
                    <a:pt x="192" y="4"/>
                  </a:cubicBezTo>
                  <a:cubicBezTo>
                    <a:pt x="212" y="4"/>
                    <a:pt x="226" y="4"/>
                    <a:pt x="235" y="2"/>
                  </a:cubicBezTo>
                  <a:cubicBezTo>
                    <a:pt x="235" y="4"/>
                    <a:pt x="234" y="6"/>
                    <a:pt x="234" y="8"/>
                  </a:cubicBezTo>
                  <a:cubicBezTo>
                    <a:pt x="234" y="9"/>
                    <a:pt x="234" y="11"/>
                    <a:pt x="234" y="13"/>
                  </a:cubicBezTo>
                  <a:cubicBezTo>
                    <a:pt x="234" y="15"/>
                    <a:pt x="234" y="17"/>
                    <a:pt x="234" y="19"/>
                  </a:cubicBezTo>
                  <a:cubicBezTo>
                    <a:pt x="234" y="21"/>
                    <a:pt x="235" y="23"/>
                    <a:pt x="235" y="24"/>
                  </a:cubicBezTo>
                  <a:cubicBezTo>
                    <a:pt x="225" y="24"/>
                    <a:pt x="215" y="23"/>
                    <a:pt x="205" y="22"/>
                  </a:cubicBezTo>
                  <a:cubicBezTo>
                    <a:pt x="195" y="21"/>
                    <a:pt x="185" y="20"/>
                    <a:pt x="176" y="20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86" y="27"/>
                    <a:pt x="195" y="36"/>
                    <a:pt x="201" y="49"/>
                  </a:cubicBezTo>
                  <a:cubicBezTo>
                    <a:pt x="208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5" y="151"/>
                  </a:cubicBezTo>
                  <a:cubicBezTo>
                    <a:pt x="167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8" y="173"/>
                  </a:cubicBezTo>
                  <a:cubicBezTo>
                    <a:pt x="93" y="173"/>
                    <a:pt x="88" y="172"/>
                    <a:pt x="83" y="172"/>
                  </a:cubicBezTo>
                  <a:cubicBezTo>
                    <a:pt x="77" y="172"/>
                    <a:pt x="71" y="175"/>
                    <a:pt x="65" y="179"/>
                  </a:cubicBezTo>
                  <a:cubicBezTo>
                    <a:pt x="60" y="184"/>
                    <a:pt x="57" y="190"/>
                    <a:pt x="57" y="197"/>
                  </a:cubicBezTo>
                  <a:cubicBezTo>
                    <a:pt x="57" y="206"/>
                    <a:pt x="59" y="213"/>
                    <a:pt x="63" y="217"/>
                  </a:cubicBezTo>
                  <a:cubicBezTo>
                    <a:pt x="68" y="221"/>
                    <a:pt x="76" y="224"/>
                    <a:pt x="88" y="224"/>
                  </a:cubicBezTo>
                  <a:cubicBezTo>
                    <a:pt x="98" y="224"/>
                    <a:pt x="108" y="225"/>
                    <a:pt x="118" y="225"/>
                  </a:cubicBezTo>
                  <a:cubicBezTo>
                    <a:pt x="127" y="225"/>
                    <a:pt x="137" y="225"/>
                    <a:pt x="147" y="226"/>
                  </a:cubicBezTo>
                  <a:cubicBezTo>
                    <a:pt x="163" y="226"/>
                    <a:pt x="177" y="228"/>
                    <a:pt x="189" y="232"/>
                  </a:cubicBezTo>
                  <a:cubicBezTo>
                    <a:pt x="200" y="235"/>
                    <a:pt x="210" y="240"/>
                    <a:pt x="217" y="246"/>
                  </a:cubicBezTo>
                  <a:cubicBezTo>
                    <a:pt x="224" y="252"/>
                    <a:pt x="230" y="259"/>
                    <a:pt x="233" y="267"/>
                  </a:cubicBezTo>
                  <a:cubicBezTo>
                    <a:pt x="236" y="274"/>
                    <a:pt x="238" y="283"/>
                    <a:pt x="238" y="292"/>
                  </a:cubicBezTo>
                  <a:cubicBezTo>
                    <a:pt x="238" y="305"/>
                    <a:pt x="236" y="317"/>
                    <a:pt x="231" y="330"/>
                  </a:cubicBezTo>
                  <a:cubicBezTo>
                    <a:pt x="226" y="343"/>
                    <a:pt x="219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2" y="400"/>
                  </a:cubicBezTo>
                  <a:cubicBezTo>
                    <a:pt x="77" y="400"/>
                    <a:pt x="50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2" y="306"/>
                    <a:pt x="5" y="298"/>
                  </a:cubicBezTo>
                  <a:cubicBezTo>
                    <a:pt x="9" y="290"/>
                    <a:pt x="13" y="283"/>
                    <a:pt x="18" y="277"/>
                  </a:cubicBezTo>
                  <a:cubicBezTo>
                    <a:pt x="24" y="271"/>
                    <a:pt x="30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8" y="245"/>
                    <a:pt x="32" y="238"/>
                  </a:cubicBezTo>
                  <a:cubicBezTo>
                    <a:pt x="26" y="230"/>
                    <a:pt x="24" y="222"/>
                    <a:pt x="24" y="211"/>
                  </a:cubicBezTo>
                  <a:cubicBezTo>
                    <a:pt x="24" y="205"/>
                    <a:pt x="25" y="200"/>
                    <a:pt x="27" y="195"/>
                  </a:cubicBezTo>
                  <a:cubicBezTo>
                    <a:pt x="29" y="190"/>
                    <a:pt x="32" y="185"/>
                    <a:pt x="36" y="181"/>
                  </a:cubicBezTo>
                  <a:cubicBezTo>
                    <a:pt x="39" y="177"/>
                    <a:pt x="44" y="174"/>
                    <a:pt x="48" y="172"/>
                  </a:cubicBezTo>
                  <a:cubicBezTo>
                    <a:pt x="53" y="169"/>
                    <a:pt x="57" y="167"/>
                    <a:pt x="62" y="167"/>
                  </a:cubicBezTo>
                  <a:cubicBezTo>
                    <a:pt x="62" y="166"/>
                    <a:pt x="62" y="166"/>
                    <a:pt x="62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4" y="123"/>
                    <a:pt x="9" y="107"/>
                    <a:pt x="9" y="87"/>
                  </a:cubicBezTo>
                  <a:cubicBezTo>
                    <a:pt x="9" y="72"/>
                    <a:pt x="12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316"/>
            <p:cNvSpPr>
              <a:spLocks/>
            </p:cNvSpPr>
            <p:nvPr userDrawn="1"/>
          </p:nvSpPr>
          <p:spPr bwMode="auto">
            <a:xfrm>
              <a:off x="4418013" y="4887913"/>
              <a:ext cx="93663" cy="152400"/>
            </a:xfrm>
            <a:custGeom>
              <a:avLst/>
              <a:gdLst>
                <a:gd name="T0" fmla="*/ 91 w 242"/>
                <a:gd name="T1" fmla="*/ 217 h 394"/>
                <a:gd name="T2" fmla="*/ 71 w 242"/>
                <a:gd name="T3" fmla="*/ 168 h 394"/>
                <a:gd name="T4" fmla="*/ 49 w 242"/>
                <a:gd name="T5" fmla="*/ 117 h 394"/>
                <a:gd name="T6" fmla="*/ 28 w 242"/>
                <a:gd name="T7" fmla="*/ 67 h 394"/>
                <a:gd name="T8" fmla="*/ 11 w 242"/>
                <a:gd name="T9" fmla="*/ 26 h 394"/>
                <a:gd name="T10" fmla="*/ 0 w 242"/>
                <a:gd name="T11" fmla="*/ 0 h 394"/>
                <a:gd name="T12" fmla="*/ 12 w 242"/>
                <a:gd name="T13" fmla="*/ 2 h 394"/>
                <a:gd name="T14" fmla="*/ 24 w 242"/>
                <a:gd name="T15" fmla="*/ 3 h 394"/>
                <a:gd name="T16" fmla="*/ 36 w 242"/>
                <a:gd name="T17" fmla="*/ 2 h 394"/>
                <a:gd name="T18" fmla="*/ 48 w 242"/>
                <a:gd name="T19" fmla="*/ 0 h 394"/>
                <a:gd name="T20" fmla="*/ 85 w 242"/>
                <a:gd name="T21" fmla="*/ 102 h 394"/>
                <a:gd name="T22" fmla="*/ 128 w 242"/>
                <a:gd name="T23" fmla="*/ 205 h 394"/>
                <a:gd name="T24" fmla="*/ 171 w 242"/>
                <a:gd name="T25" fmla="*/ 105 h 394"/>
                <a:gd name="T26" fmla="*/ 207 w 242"/>
                <a:gd name="T27" fmla="*/ 0 h 394"/>
                <a:gd name="T28" fmla="*/ 225 w 242"/>
                <a:gd name="T29" fmla="*/ 3 h 394"/>
                <a:gd name="T30" fmla="*/ 242 w 242"/>
                <a:gd name="T31" fmla="*/ 0 h 394"/>
                <a:gd name="T32" fmla="*/ 230 w 242"/>
                <a:gd name="T33" fmla="*/ 26 h 394"/>
                <a:gd name="T34" fmla="*/ 211 w 242"/>
                <a:gd name="T35" fmla="*/ 68 h 394"/>
                <a:gd name="T36" fmla="*/ 186 w 242"/>
                <a:gd name="T37" fmla="*/ 123 h 394"/>
                <a:gd name="T38" fmla="*/ 158 w 242"/>
                <a:gd name="T39" fmla="*/ 185 h 394"/>
                <a:gd name="T40" fmla="*/ 130 w 242"/>
                <a:gd name="T41" fmla="*/ 248 h 394"/>
                <a:gd name="T42" fmla="*/ 104 w 242"/>
                <a:gd name="T43" fmla="*/ 307 h 394"/>
                <a:gd name="T44" fmla="*/ 84 w 242"/>
                <a:gd name="T45" fmla="*/ 358 h 394"/>
                <a:gd name="T46" fmla="*/ 71 w 242"/>
                <a:gd name="T47" fmla="*/ 394 h 394"/>
                <a:gd name="T48" fmla="*/ 53 w 242"/>
                <a:gd name="T49" fmla="*/ 390 h 394"/>
                <a:gd name="T50" fmla="*/ 35 w 242"/>
                <a:gd name="T51" fmla="*/ 394 h 394"/>
                <a:gd name="T52" fmla="*/ 106 w 242"/>
                <a:gd name="T53" fmla="*/ 254 h 394"/>
                <a:gd name="T54" fmla="*/ 91 w 242"/>
                <a:gd name="T55" fmla="*/ 21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2" h="394">
                  <a:moveTo>
                    <a:pt x="91" y="217"/>
                  </a:moveTo>
                  <a:cubicBezTo>
                    <a:pt x="85" y="201"/>
                    <a:pt x="78" y="185"/>
                    <a:pt x="71" y="168"/>
                  </a:cubicBezTo>
                  <a:cubicBezTo>
                    <a:pt x="64" y="152"/>
                    <a:pt x="56" y="134"/>
                    <a:pt x="49" y="117"/>
                  </a:cubicBezTo>
                  <a:cubicBezTo>
                    <a:pt x="42" y="99"/>
                    <a:pt x="35" y="83"/>
                    <a:pt x="28" y="67"/>
                  </a:cubicBezTo>
                  <a:cubicBezTo>
                    <a:pt x="21" y="52"/>
                    <a:pt x="16" y="38"/>
                    <a:pt x="11" y="26"/>
                  </a:cubicBezTo>
                  <a:cubicBezTo>
                    <a:pt x="6" y="15"/>
                    <a:pt x="2" y="6"/>
                    <a:pt x="0" y="0"/>
                  </a:cubicBezTo>
                  <a:cubicBezTo>
                    <a:pt x="4" y="1"/>
                    <a:pt x="8" y="2"/>
                    <a:pt x="12" y="2"/>
                  </a:cubicBezTo>
                  <a:cubicBezTo>
                    <a:pt x="16" y="3"/>
                    <a:pt x="20" y="3"/>
                    <a:pt x="24" y="3"/>
                  </a:cubicBezTo>
                  <a:cubicBezTo>
                    <a:pt x="28" y="3"/>
                    <a:pt x="32" y="3"/>
                    <a:pt x="36" y="2"/>
                  </a:cubicBezTo>
                  <a:cubicBezTo>
                    <a:pt x="40" y="2"/>
                    <a:pt x="44" y="1"/>
                    <a:pt x="48" y="0"/>
                  </a:cubicBezTo>
                  <a:cubicBezTo>
                    <a:pt x="59" y="34"/>
                    <a:pt x="72" y="68"/>
                    <a:pt x="85" y="102"/>
                  </a:cubicBezTo>
                  <a:cubicBezTo>
                    <a:pt x="99" y="135"/>
                    <a:pt x="113" y="169"/>
                    <a:pt x="128" y="205"/>
                  </a:cubicBezTo>
                  <a:cubicBezTo>
                    <a:pt x="143" y="174"/>
                    <a:pt x="157" y="140"/>
                    <a:pt x="171" y="105"/>
                  </a:cubicBezTo>
                  <a:cubicBezTo>
                    <a:pt x="184" y="69"/>
                    <a:pt x="196" y="34"/>
                    <a:pt x="207" y="0"/>
                  </a:cubicBezTo>
                  <a:cubicBezTo>
                    <a:pt x="214" y="2"/>
                    <a:pt x="220" y="3"/>
                    <a:pt x="225" y="3"/>
                  </a:cubicBezTo>
                  <a:cubicBezTo>
                    <a:pt x="229" y="3"/>
                    <a:pt x="235" y="2"/>
                    <a:pt x="242" y="0"/>
                  </a:cubicBezTo>
                  <a:cubicBezTo>
                    <a:pt x="240" y="5"/>
                    <a:pt x="236" y="14"/>
                    <a:pt x="230" y="26"/>
                  </a:cubicBezTo>
                  <a:cubicBezTo>
                    <a:pt x="225" y="38"/>
                    <a:pt x="218" y="52"/>
                    <a:pt x="211" y="68"/>
                  </a:cubicBezTo>
                  <a:cubicBezTo>
                    <a:pt x="203" y="85"/>
                    <a:pt x="195" y="103"/>
                    <a:pt x="186" y="123"/>
                  </a:cubicBezTo>
                  <a:cubicBezTo>
                    <a:pt x="176" y="143"/>
                    <a:pt x="167" y="164"/>
                    <a:pt x="158" y="185"/>
                  </a:cubicBezTo>
                  <a:cubicBezTo>
                    <a:pt x="148" y="206"/>
                    <a:pt x="139" y="227"/>
                    <a:pt x="130" y="248"/>
                  </a:cubicBezTo>
                  <a:cubicBezTo>
                    <a:pt x="121" y="269"/>
                    <a:pt x="112" y="288"/>
                    <a:pt x="104" y="307"/>
                  </a:cubicBezTo>
                  <a:cubicBezTo>
                    <a:pt x="97" y="326"/>
                    <a:pt x="90" y="343"/>
                    <a:pt x="84" y="358"/>
                  </a:cubicBezTo>
                  <a:cubicBezTo>
                    <a:pt x="78" y="373"/>
                    <a:pt x="74" y="385"/>
                    <a:pt x="71" y="394"/>
                  </a:cubicBezTo>
                  <a:cubicBezTo>
                    <a:pt x="64" y="391"/>
                    <a:pt x="58" y="390"/>
                    <a:pt x="53" y="390"/>
                  </a:cubicBezTo>
                  <a:cubicBezTo>
                    <a:pt x="48" y="390"/>
                    <a:pt x="42" y="391"/>
                    <a:pt x="35" y="394"/>
                  </a:cubicBezTo>
                  <a:cubicBezTo>
                    <a:pt x="63" y="347"/>
                    <a:pt x="86" y="301"/>
                    <a:pt x="106" y="254"/>
                  </a:cubicBezTo>
                  <a:cubicBezTo>
                    <a:pt x="102" y="244"/>
                    <a:pt x="97" y="232"/>
                    <a:pt x="91" y="2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317"/>
            <p:cNvSpPr>
              <a:spLocks/>
            </p:cNvSpPr>
            <p:nvPr userDrawn="1"/>
          </p:nvSpPr>
          <p:spPr bwMode="auto">
            <a:xfrm>
              <a:off x="4602163" y="4845050"/>
              <a:ext cx="104775" cy="141288"/>
            </a:xfrm>
            <a:custGeom>
              <a:avLst/>
              <a:gdLst>
                <a:gd name="T0" fmla="*/ 114 w 275"/>
                <a:gd name="T1" fmla="*/ 27 h 365"/>
                <a:gd name="T2" fmla="*/ 85 w 275"/>
                <a:gd name="T3" fmla="*/ 28 h 365"/>
                <a:gd name="T4" fmla="*/ 54 w 275"/>
                <a:gd name="T5" fmla="*/ 29 h 365"/>
                <a:gd name="T6" fmla="*/ 25 w 275"/>
                <a:gd name="T7" fmla="*/ 31 h 365"/>
                <a:gd name="T8" fmla="*/ 0 w 275"/>
                <a:gd name="T9" fmla="*/ 34 h 365"/>
                <a:gd name="T10" fmla="*/ 2 w 275"/>
                <a:gd name="T11" fmla="*/ 17 h 365"/>
                <a:gd name="T12" fmla="*/ 0 w 275"/>
                <a:gd name="T13" fmla="*/ 0 h 365"/>
                <a:gd name="T14" fmla="*/ 68 w 275"/>
                <a:gd name="T15" fmla="*/ 2 h 365"/>
                <a:gd name="T16" fmla="*/ 137 w 275"/>
                <a:gd name="T17" fmla="*/ 3 h 365"/>
                <a:gd name="T18" fmla="*/ 206 w 275"/>
                <a:gd name="T19" fmla="*/ 2 h 365"/>
                <a:gd name="T20" fmla="*/ 275 w 275"/>
                <a:gd name="T21" fmla="*/ 0 h 365"/>
                <a:gd name="T22" fmla="*/ 272 w 275"/>
                <a:gd name="T23" fmla="*/ 17 h 365"/>
                <a:gd name="T24" fmla="*/ 275 w 275"/>
                <a:gd name="T25" fmla="*/ 34 h 365"/>
                <a:gd name="T26" fmla="*/ 250 w 275"/>
                <a:gd name="T27" fmla="*/ 31 h 365"/>
                <a:gd name="T28" fmla="*/ 220 w 275"/>
                <a:gd name="T29" fmla="*/ 29 h 365"/>
                <a:gd name="T30" fmla="*/ 190 w 275"/>
                <a:gd name="T31" fmla="*/ 28 h 365"/>
                <a:gd name="T32" fmla="*/ 161 w 275"/>
                <a:gd name="T33" fmla="*/ 27 h 365"/>
                <a:gd name="T34" fmla="*/ 159 w 275"/>
                <a:gd name="T35" fmla="*/ 138 h 365"/>
                <a:gd name="T36" fmla="*/ 159 w 275"/>
                <a:gd name="T37" fmla="*/ 229 h 365"/>
                <a:gd name="T38" fmla="*/ 161 w 275"/>
                <a:gd name="T39" fmla="*/ 298 h 365"/>
                <a:gd name="T40" fmla="*/ 164 w 275"/>
                <a:gd name="T41" fmla="*/ 365 h 365"/>
                <a:gd name="T42" fmla="*/ 137 w 275"/>
                <a:gd name="T43" fmla="*/ 364 h 365"/>
                <a:gd name="T44" fmla="*/ 111 w 275"/>
                <a:gd name="T45" fmla="*/ 365 h 365"/>
                <a:gd name="T46" fmla="*/ 114 w 275"/>
                <a:gd name="T47" fmla="*/ 298 h 365"/>
                <a:gd name="T48" fmla="*/ 115 w 275"/>
                <a:gd name="T49" fmla="*/ 229 h 365"/>
                <a:gd name="T50" fmla="*/ 116 w 275"/>
                <a:gd name="T51" fmla="*/ 138 h 365"/>
                <a:gd name="T52" fmla="*/ 114 w 275"/>
                <a:gd name="T53" fmla="*/ 27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75" h="365">
                  <a:moveTo>
                    <a:pt x="114" y="27"/>
                  </a:moveTo>
                  <a:cubicBezTo>
                    <a:pt x="104" y="27"/>
                    <a:pt x="95" y="28"/>
                    <a:pt x="85" y="28"/>
                  </a:cubicBezTo>
                  <a:cubicBezTo>
                    <a:pt x="75" y="28"/>
                    <a:pt x="64" y="28"/>
                    <a:pt x="54" y="29"/>
                  </a:cubicBezTo>
                  <a:cubicBezTo>
                    <a:pt x="44" y="29"/>
                    <a:pt x="34" y="30"/>
                    <a:pt x="25" y="31"/>
                  </a:cubicBezTo>
                  <a:cubicBezTo>
                    <a:pt x="16" y="32"/>
                    <a:pt x="7" y="32"/>
                    <a:pt x="0" y="34"/>
                  </a:cubicBezTo>
                  <a:cubicBezTo>
                    <a:pt x="1" y="27"/>
                    <a:pt x="2" y="21"/>
                    <a:pt x="2" y="17"/>
                  </a:cubicBezTo>
                  <a:cubicBezTo>
                    <a:pt x="2" y="13"/>
                    <a:pt x="1" y="7"/>
                    <a:pt x="0" y="0"/>
                  </a:cubicBezTo>
                  <a:cubicBezTo>
                    <a:pt x="23" y="1"/>
                    <a:pt x="46" y="1"/>
                    <a:pt x="68" y="2"/>
                  </a:cubicBezTo>
                  <a:cubicBezTo>
                    <a:pt x="91" y="2"/>
                    <a:pt x="114" y="3"/>
                    <a:pt x="137" y="3"/>
                  </a:cubicBezTo>
                  <a:cubicBezTo>
                    <a:pt x="161" y="3"/>
                    <a:pt x="184" y="2"/>
                    <a:pt x="206" y="2"/>
                  </a:cubicBezTo>
                  <a:cubicBezTo>
                    <a:pt x="229" y="1"/>
                    <a:pt x="252" y="1"/>
                    <a:pt x="275" y="0"/>
                  </a:cubicBezTo>
                  <a:cubicBezTo>
                    <a:pt x="273" y="7"/>
                    <a:pt x="272" y="13"/>
                    <a:pt x="272" y="17"/>
                  </a:cubicBezTo>
                  <a:cubicBezTo>
                    <a:pt x="272" y="22"/>
                    <a:pt x="273" y="27"/>
                    <a:pt x="275" y="34"/>
                  </a:cubicBezTo>
                  <a:cubicBezTo>
                    <a:pt x="268" y="32"/>
                    <a:pt x="259" y="32"/>
                    <a:pt x="250" y="31"/>
                  </a:cubicBezTo>
                  <a:cubicBezTo>
                    <a:pt x="240" y="30"/>
                    <a:pt x="231" y="29"/>
                    <a:pt x="220" y="29"/>
                  </a:cubicBezTo>
                  <a:cubicBezTo>
                    <a:pt x="210" y="28"/>
                    <a:pt x="200" y="28"/>
                    <a:pt x="190" y="28"/>
                  </a:cubicBezTo>
                  <a:cubicBezTo>
                    <a:pt x="180" y="28"/>
                    <a:pt x="170" y="27"/>
                    <a:pt x="161" y="27"/>
                  </a:cubicBezTo>
                  <a:cubicBezTo>
                    <a:pt x="160" y="64"/>
                    <a:pt x="159" y="101"/>
                    <a:pt x="159" y="138"/>
                  </a:cubicBezTo>
                  <a:cubicBezTo>
                    <a:pt x="159" y="229"/>
                    <a:pt x="159" y="229"/>
                    <a:pt x="159" y="229"/>
                  </a:cubicBezTo>
                  <a:cubicBezTo>
                    <a:pt x="159" y="252"/>
                    <a:pt x="160" y="275"/>
                    <a:pt x="161" y="298"/>
                  </a:cubicBezTo>
                  <a:cubicBezTo>
                    <a:pt x="162" y="321"/>
                    <a:pt x="163" y="343"/>
                    <a:pt x="164" y="365"/>
                  </a:cubicBezTo>
                  <a:cubicBezTo>
                    <a:pt x="155" y="365"/>
                    <a:pt x="147" y="364"/>
                    <a:pt x="137" y="364"/>
                  </a:cubicBezTo>
                  <a:cubicBezTo>
                    <a:pt x="128" y="364"/>
                    <a:pt x="119" y="365"/>
                    <a:pt x="111" y="365"/>
                  </a:cubicBezTo>
                  <a:cubicBezTo>
                    <a:pt x="112" y="343"/>
                    <a:pt x="113" y="321"/>
                    <a:pt x="114" y="298"/>
                  </a:cubicBezTo>
                  <a:cubicBezTo>
                    <a:pt x="115" y="275"/>
                    <a:pt x="115" y="252"/>
                    <a:pt x="115" y="22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01"/>
                    <a:pt x="115" y="64"/>
                    <a:pt x="114" y="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5" name="Freeform 318"/>
            <p:cNvSpPr>
              <a:spLocks noEditPoints="1"/>
            </p:cNvSpPr>
            <p:nvPr userDrawn="1"/>
          </p:nvSpPr>
          <p:spPr bwMode="auto">
            <a:xfrm>
              <a:off x="4710113" y="4886325"/>
              <a:ext cx="100013" cy="101600"/>
            </a:xfrm>
            <a:custGeom>
              <a:avLst/>
              <a:gdLst>
                <a:gd name="T0" fmla="*/ 50 w 259"/>
                <a:gd name="T1" fmla="*/ 176 h 264"/>
                <a:gd name="T2" fmla="*/ 64 w 259"/>
                <a:gd name="T3" fmla="*/ 213 h 264"/>
                <a:gd name="T4" fmla="*/ 90 w 259"/>
                <a:gd name="T5" fmla="*/ 239 h 264"/>
                <a:gd name="T6" fmla="*/ 129 w 259"/>
                <a:gd name="T7" fmla="*/ 248 h 264"/>
                <a:gd name="T8" fmla="*/ 169 w 259"/>
                <a:gd name="T9" fmla="*/ 239 h 264"/>
                <a:gd name="T10" fmla="*/ 195 w 259"/>
                <a:gd name="T11" fmla="*/ 213 h 264"/>
                <a:gd name="T12" fmla="*/ 209 w 259"/>
                <a:gd name="T13" fmla="*/ 176 h 264"/>
                <a:gd name="T14" fmla="*/ 213 w 259"/>
                <a:gd name="T15" fmla="*/ 133 h 264"/>
                <a:gd name="T16" fmla="*/ 209 w 259"/>
                <a:gd name="T17" fmla="*/ 89 h 264"/>
                <a:gd name="T18" fmla="*/ 195 w 259"/>
                <a:gd name="T19" fmla="*/ 52 h 264"/>
                <a:gd name="T20" fmla="*/ 169 w 259"/>
                <a:gd name="T21" fmla="*/ 27 h 264"/>
                <a:gd name="T22" fmla="*/ 129 w 259"/>
                <a:gd name="T23" fmla="*/ 17 h 264"/>
                <a:gd name="T24" fmla="*/ 90 w 259"/>
                <a:gd name="T25" fmla="*/ 27 h 264"/>
                <a:gd name="T26" fmla="*/ 64 w 259"/>
                <a:gd name="T27" fmla="*/ 52 h 264"/>
                <a:gd name="T28" fmla="*/ 50 w 259"/>
                <a:gd name="T29" fmla="*/ 89 h 264"/>
                <a:gd name="T30" fmla="*/ 46 w 259"/>
                <a:gd name="T31" fmla="*/ 133 h 264"/>
                <a:gd name="T32" fmla="*/ 50 w 259"/>
                <a:gd name="T33" fmla="*/ 176 h 264"/>
                <a:gd name="T34" fmla="*/ 11 w 259"/>
                <a:gd name="T35" fmla="*/ 71 h 264"/>
                <a:gd name="T36" fmla="*/ 41 w 259"/>
                <a:gd name="T37" fmla="*/ 30 h 264"/>
                <a:gd name="T38" fmla="*/ 83 w 259"/>
                <a:gd name="T39" fmla="*/ 8 h 264"/>
                <a:gd name="T40" fmla="*/ 129 w 259"/>
                <a:gd name="T41" fmla="*/ 0 h 264"/>
                <a:gd name="T42" fmla="*/ 176 w 259"/>
                <a:gd name="T43" fmla="*/ 8 h 264"/>
                <a:gd name="T44" fmla="*/ 217 w 259"/>
                <a:gd name="T45" fmla="*/ 30 h 264"/>
                <a:gd name="T46" fmla="*/ 248 w 259"/>
                <a:gd name="T47" fmla="*/ 71 h 264"/>
                <a:gd name="T48" fmla="*/ 259 w 259"/>
                <a:gd name="T49" fmla="*/ 133 h 264"/>
                <a:gd name="T50" fmla="*/ 248 w 259"/>
                <a:gd name="T51" fmla="*/ 194 h 264"/>
                <a:gd name="T52" fmla="*/ 217 w 259"/>
                <a:gd name="T53" fmla="*/ 235 h 264"/>
                <a:gd name="T54" fmla="*/ 176 w 259"/>
                <a:gd name="T55" fmla="*/ 258 h 264"/>
                <a:gd name="T56" fmla="*/ 129 w 259"/>
                <a:gd name="T57" fmla="*/ 264 h 264"/>
                <a:gd name="T58" fmla="*/ 83 w 259"/>
                <a:gd name="T59" fmla="*/ 258 h 264"/>
                <a:gd name="T60" fmla="*/ 41 w 259"/>
                <a:gd name="T61" fmla="*/ 235 h 264"/>
                <a:gd name="T62" fmla="*/ 11 w 259"/>
                <a:gd name="T63" fmla="*/ 194 h 264"/>
                <a:gd name="T64" fmla="*/ 0 w 259"/>
                <a:gd name="T65" fmla="*/ 133 h 264"/>
                <a:gd name="T66" fmla="*/ 11 w 259"/>
                <a:gd name="T67" fmla="*/ 7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9" h="264">
                  <a:moveTo>
                    <a:pt x="50" y="176"/>
                  </a:moveTo>
                  <a:cubicBezTo>
                    <a:pt x="53" y="190"/>
                    <a:pt x="57" y="202"/>
                    <a:pt x="64" y="213"/>
                  </a:cubicBezTo>
                  <a:cubicBezTo>
                    <a:pt x="70" y="224"/>
                    <a:pt x="79" y="232"/>
                    <a:pt x="90" y="239"/>
                  </a:cubicBezTo>
                  <a:cubicBezTo>
                    <a:pt x="100" y="245"/>
                    <a:pt x="114" y="248"/>
                    <a:pt x="129" y="248"/>
                  </a:cubicBezTo>
                  <a:cubicBezTo>
                    <a:pt x="145" y="248"/>
                    <a:pt x="158" y="245"/>
                    <a:pt x="169" y="239"/>
                  </a:cubicBezTo>
                  <a:cubicBezTo>
                    <a:pt x="180" y="232"/>
                    <a:pt x="188" y="224"/>
                    <a:pt x="195" y="213"/>
                  </a:cubicBezTo>
                  <a:cubicBezTo>
                    <a:pt x="201" y="202"/>
                    <a:pt x="206" y="190"/>
                    <a:pt x="209" y="176"/>
                  </a:cubicBezTo>
                  <a:cubicBezTo>
                    <a:pt x="211" y="162"/>
                    <a:pt x="213" y="147"/>
                    <a:pt x="213" y="133"/>
                  </a:cubicBezTo>
                  <a:cubicBezTo>
                    <a:pt x="213" y="118"/>
                    <a:pt x="211" y="103"/>
                    <a:pt x="209" y="89"/>
                  </a:cubicBezTo>
                  <a:cubicBezTo>
                    <a:pt x="206" y="76"/>
                    <a:pt x="201" y="63"/>
                    <a:pt x="195" y="52"/>
                  </a:cubicBezTo>
                  <a:cubicBezTo>
                    <a:pt x="188" y="42"/>
                    <a:pt x="180" y="33"/>
                    <a:pt x="169" y="27"/>
                  </a:cubicBezTo>
                  <a:cubicBezTo>
                    <a:pt x="158" y="20"/>
                    <a:pt x="145" y="17"/>
                    <a:pt x="129" y="17"/>
                  </a:cubicBezTo>
                  <a:cubicBezTo>
                    <a:pt x="114" y="17"/>
                    <a:pt x="100" y="20"/>
                    <a:pt x="90" y="27"/>
                  </a:cubicBezTo>
                  <a:cubicBezTo>
                    <a:pt x="79" y="33"/>
                    <a:pt x="70" y="42"/>
                    <a:pt x="64" y="52"/>
                  </a:cubicBezTo>
                  <a:cubicBezTo>
                    <a:pt x="57" y="63"/>
                    <a:pt x="53" y="76"/>
                    <a:pt x="50" y="89"/>
                  </a:cubicBezTo>
                  <a:cubicBezTo>
                    <a:pt x="48" y="103"/>
                    <a:pt x="46" y="118"/>
                    <a:pt x="46" y="133"/>
                  </a:cubicBezTo>
                  <a:cubicBezTo>
                    <a:pt x="46" y="147"/>
                    <a:pt x="48" y="162"/>
                    <a:pt x="50" y="176"/>
                  </a:cubicBezTo>
                  <a:close/>
                  <a:moveTo>
                    <a:pt x="11" y="71"/>
                  </a:moveTo>
                  <a:cubicBezTo>
                    <a:pt x="19" y="55"/>
                    <a:pt x="29" y="41"/>
                    <a:pt x="41" y="30"/>
                  </a:cubicBezTo>
                  <a:cubicBezTo>
                    <a:pt x="54" y="20"/>
                    <a:pt x="68" y="12"/>
                    <a:pt x="83" y="8"/>
                  </a:cubicBezTo>
                  <a:cubicBezTo>
                    <a:pt x="99" y="3"/>
                    <a:pt x="114" y="0"/>
                    <a:pt x="129" y="0"/>
                  </a:cubicBezTo>
                  <a:cubicBezTo>
                    <a:pt x="145" y="0"/>
                    <a:pt x="161" y="3"/>
                    <a:pt x="176" y="8"/>
                  </a:cubicBezTo>
                  <a:cubicBezTo>
                    <a:pt x="191" y="12"/>
                    <a:pt x="205" y="20"/>
                    <a:pt x="217" y="30"/>
                  </a:cubicBezTo>
                  <a:cubicBezTo>
                    <a:pt x="230" y="41"/>
                    <a:pt x="240" y="55"/>
                    <a:pt x="248" y="71"/>
                  </a:cubicBezTo>
                  <a:cubicBezTo>
                    <a:pt x="255" y="88"/>
                    <a:pt x="259" y="109"/>
                    <a:pt x="259" y="133"/>
                  </a:cubicBezTo>
                  <a:cubicBezTo>
                    <a:pt x="259" y="157"/>
                    <a:pt x="255" y="178"/>
                    <a:pt x="248" y="194"/>
                  </a:cubicBezTo>
                  <a:cubicBezTo>
                    <a:pt x="240" y="211"/>
                    <a:pt x="230" y="225"/>
                    <a:pt x="217" y="235"/>
                  </a:cubicBezTo>
                  <a:cubicBezTo>
                    <a:pt x="205" y="246"/>
                    <a:pt x="191" y="253"/>
                    <a:pt x="176" y="258"/>
                  </a:cubicBezTo>
                  <a:cubicBezTo>
                    <a:pt x="161" y="262"/>
                    <a:pt x="145" y="264"/>
                    <a:pt x="129" y="264"/>
                  </a:cubicBezTo>
                  <a:cubicBezTo>
                    <a:pt x="114" y="264"/>
                    <a:pt x="99" y="262"/>
                    <a:pt x="83" y="258"/>
                  </a:cubicBezTo>
                  <a:cubicBezTo>
                    <a:pt x="68" y="253"/>
                    <a:pt x="54" y="246"/>
                    <a:pt x="41" y="235"/>
                  </a:cubicBezTo>
                  <a:cubicBezTo>
                    <a:pt x="29" y="225"/>
                    <a:pt x="19" y="211"/>
                    <a:pt x="11" y="194"/>
                  </a:cubicBezTo>
                  <a:cubicBezTo>
                    <a:pt x="3" y="178"/>
                    <a:pt x="0" y="157"/>
                    <a:pt x="0" y="133"/>
                  </a:cubicBezTo>
                  <a:cubicBezTo>
                    <a:pt x="0" y="109"/>
                    <a:pt x="3" y="88"/>
                    <a:pt x="11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6" name="Freeform 319"/>
            <p:cNvSpPr>
              <a:spLocks noEditPoints="1"/>
            </p:cNvSpPr>
            <p:nvPr userDrawn="1"/>
          </p:nvSpPr>
          <p:spPr bwMode="auto">
            <a:xfrm>
              <a:off x="4916488" y="4845050"/>
              <a:ext cx="103188" cy="141288"/>
            </a:xfrm>
            <a:custGeom>
              <a:avLst/>
              <a:gdLst>
                <a:gd name="T0" fmla="*/ 64 w 268"/>
                <a:gd name="T1" fmla="*/ 171 h 365"/>
                <a:gd name="T2" fmla="*/ 83 w 268"/>
                <a:gd name="T3" fmla="*/ 171 h 365"/>
                <a:gd name="T4" fmla="*/ 118 w 268"/>
                <a:gd name="T5" fmla="*/ 167 h 365"/>
                <a:gd name="T6" fmla="*/ 150 w 268"/>
                <a:gd name="T7" fmla="*/ 154 h 365"/>
                <a:gd name="T8" fmla="*/ 175 w 268"/>
                <a:gd name="T9" fmla="*/ 129 h 365"/>
                <a:gd name="T10" fmla="*/ 185 w 268"/>
                <a:gd name="T11" fmla="*/ 90 h 365"/>
                <a:gd name="T12" fmla="*/ 177 w 268"/>
                <a:gd name="T13" fmla="*/ 55 h 365"/>
                <a:gd name="T14" fmla="*/ 157 w 268"/>
                <a:gd name="T15" fmla="*/ 34 h 365"/>
                <a:gd name="T16" fmla="*/ 131 w 268"/>
                <a:gd name="T17" fmla="*/ 23 h 365"/>
                <a:gd name="T18" fmla="*/ 103 w 268"/>
                <a:gd name="T19" fmla="*/ 20 h 365"/>
                <a:gd name="T20" fmla="*/ 72 w 268"/>
                <a:gd name="T21" fmla="*/ 21 h 365"/>
                <a:gd name="T22" fmla="*/ 51 w 268"/>
                <a:gd name="T23" fmla="*/ 23 h 365"/>
                <a:gd name="T24" fmla="*/ 49 w 268"/>
                <a:gd name="T25" fmla="*/ 81 h 365"/>
                <a:gd name="T26" fmla="*/ 48 w 268"/>
                <a:gd name="T27" fmla="*/ 138 h 365"/>
                <a:gd name="T28" fmla="*/ 48 w 268"/>
                <a:gd name="T29" fmla="*/ 169 h 365"/>
                <a:gd name="T30" fmla="*/ 64 w 268"/>
                <a:gd name="T31" fmla="*/ 171 h 365"/>
                <a:gd name="T32" fmla="*/ 3 w 268"/>
                <a:gd name="T33" fmla="*/ 69 h 365"/>
                <a:gd name="T34" fmla="*/ 0 w 268"/>
                <a:gd name="T35" fmla="*/ 0 h 365"/>
                <a:gd name="T36" fmla="*/ 30 w 268"/>
                <a:gd name="T37" fmla="*/ 2 h 365"/>
                <a:gd name="T38" fmla="*/ 60 w 268"/>
                <a:gd name="T39" fmla="*/ 3 h 365"/>
                <a:gd name="T40" fmla="*/ 90 w 268"/>
                <a:gd name="T41" fmla="*/ 1 h 365"/>
                <a:gd name="T42" fmla="*/ 121 w 268"/>
                <a:gd name="T43" fmla="*/ 0 h 365"/>
                <a:gd name="T44" fmla="*/ 163 w 268"/>
                <a:gd name="T45" fmla="*/ 4 h 365"/>
                <a:gd name="T46" fmla="*/ 199 w 268"/>
                <a:gd name="T47" fmla="*/ 18 h 365"/>
                <a:gd name="T48" fmla="*/ 223 w 268"/>
                <a:gd name="T49" fmla="*/ 44 h 365"/>
                <a:gd name="T50" fmla="*/ 232 w 268"/>
                <a:gd name="T51" fmla="*/ 84 h 365"/>
                <a:gd name="T52" fmla="*/ 220 w 268"/>
                <a:gd name="T53" fmla="*/ 128 h 365"/>
                <a:gd name="T54" fmla="*/ 192 w 268"/>
                <a:gd name="T55" fmla="*/ 158 h 365"/>
                <a:gd name="T56" fmla="*/ 157 w 268"/>
                <a:gd name="T57" fmla="*/ 177 h 365"/>
                <a:gd name="T58" fmla="*/ 122 w 268"/>
                <a:gd name="T59" fmla="*/ 186 h 365"/>
                <a:gd name="T60" fmla="*/ 140 w 268"/>
                <a:gd name="T61" fmla="*/ 208 h 365"/>
                <a:gd name="T62" fmla="*/ 165 w 268"/>
                <a:gd name="T63" fmla="*/ 239 h 365"/>
                <a:gd name="T64" fmla="*/ 194 w 268"/>
                <a:gd name="T65" fmla="*/ 276 h 365"/>
                <a:gd name="T66" fmla="*/ 222 w 268"/>
                <a:gd name="T67" fmla="*/ 312 h 365"/>
                <a:gd name="T68" fmla="*/ 249 w 268"/>
                <a:gd name="T69" fmla="*/ 343 h 365"/>
                <a:gd name="T70" fmla="*/ 268 w 268"/>
                <a:gd name="T71" fmla="*/ 365 h 365"/>
                <a:gd name="T72" fmla="*/ 252 w 268"/>
                <a:gd name="T73" fmla="*/ 364 h 365"/>
                <a:gd name="T74" fmla="*/ 236 w 268"/>
                <a:gd name="T75" fmla="*/ 364 h 365"/>
                <a:gd name="T76" fmla="*/ 221 w 268"/>
                <a:gd name="T77" fmla="*/ 364 h 365"/>
                <a:gd name="T78" fmla="*/ 205 w 268"/>
                <a:gd name="T79" fmla="*/ 365 h 365"/>
                <a:gd name="T80" fmla="*/ 181 w 268"/>
                <a:gd name="T81" fmla="*/ 332 h 365"/>
                <a:gd name="T82" fmla="*/ 145 w 268"/>
                <a:gd name="T83" fmla="*/ 284 h 365"/>
                <a:gd name="T84" fmla="*/ 105 w 268"/>
                <a:gd name="T85" fmla="*/ 233 h 365"/>
                <a:gd name="T86" fmla="*/ 68 w 268"/>
                <a:gd name="T87" fmla="*/ 190 h 365"/>
                <a:gd name="T88" fmla="*/ 48 w 268"/>
                <a:gd name="T89" fmla="*/ 190 h 365"/>
                <a:gd name="T90" fmla="*/ 48 w 268"/>
                <a:gd name="T91" fmla="*/ 229 h 365"/>
                <a:gd name="T92" fmla="*/ 49 w 268"/>
                <a:gd name="T93" fmla="*/ 298 h 365"/>
                <a:gd name="T94" fmla="*/ 52 w 268"/>
                <a:gd name="T95" fmla="*/ 365 h 365"/>
                <a:gd name="T96" fmla="*/ 26 w 268"/>
                <a:gd name="T97" fmla="*/ 364 h 365"/>
                <a:gd name="T98" fmla="*/ 0 w 268"/>
                <a:gd name="T99" fmla="*/ 365 h 365"/>
                <a:gd name="T100" fmla="*/ 3 w 268"/>
                <a:gd name="T101" fmla="*/ 298 h 365"/>
                <a:gd name="T102" fmla="*/ 5 w 268"/>
                <a:gd name="T103" fmla="*/ 229 h 365"/>
                <a:gd name="T104" fmla="*/ 5 w 268"/>
                <a:gd name="T105" fmla="*/ 138 h 365"/>
                <a:gd name="T106" fmla="*/ 3 w 268"/>
                <a:gd name="T10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8" h="365">
                  <a:moveTo>
                    <a:pt x="64" y="171"/>
                  </a:moveTo>
                  <a:cubicBezTo>
                    <a:pt x="70" y="171"/>
                    <a:pt x="76" y="171"/>
                    <a:pt x="83" y="171"/>
                  </a:cubicBezTo>
                  <a:cubicBezTo>
                    <a:pt x="94" y="171"/>
                    <a:pt x="106" y="170"/>
                    <a:pt x="118" y="167"/>
                  </a:cubicBezTo>
                  <a:cubicBezTo>
                    <a:pt x="130" y="165"/>
                    <a:pt x="140" y="161"/>
                    <a:pt x="150" y="154"/>
                  </a:cubicBezTo>
                  <a:cubicBezTo>
                    <a:pt x="160" y="148"/>
                    <a:pt x="169" y="140"/>
                    <a:pt x="175" y="129"/>
                  </a:cubicBezTo>
                  <a:cubicBezTo>
                    <a:pt x="182" y="119"/>
                    <a:pt x="185" y="106"/>
                    <a:pt x="185" y="90"/>
                  </a:cubicBezTo>
                  <a:cubicBezTo>
                    <a:pt x="185" y="76"/>
                    <a:pt x="182" y="64"/>
                    <a:pt x="177" y="55"/>
                  </a:cubicBezTo>
                  <a:cubicBezTo>
                    <a:pt x="172" y="46"/>
                    <a:pt x="165" y="39"/>
                    <a:pt x="157" y="34"/>
                  </a:cubicBezTo>
                  <a:cubicBezTo>
                    <a:pt x="149" y="29"/>
                    <a:pt x="140" y="25"/>
                    <a:pt x="131" y="23"/>
                  </a:cubicBezTo>
                  <a:cubicBezTo>
                    <a:pt x="121" y="21"/>
                    <a:pt x="112" y="20"/>
                    <a:pt x="103" y="20"/>
                  </a:cubicBezTo>
                  <a:cubicBezTo>
                    <a:pt x="90" y="20"/>
                    <a:pt x="80" y="20"/>
                    <a:pt x="72" y="21"/>
                  </a:cubicBezTo>
                  <a:cubicBezTo>
                    <a:pt x="64" y="21"/>
                    <a:pt x="57" y="22"/>
                    <a:pt x="51" y="23"/>
                  </a:cubicBezTo>
                  <a:cubicBezTo>
                    <a:pt x="50" y="42"/>
                    <a:pt x="50" y="62"/>
                    <a:pt x="49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53" y="170"/>
                    <a:pt x="58" y="170"/>
                    <a:pt x="64" y="17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40" y="2"/>
                    <a:pt x="50" y="3"/>
                    <a:pt x="60" y="3"/>
                  </a:cubicBezTo>
                  <a:cubicBezTo>
                    <a:pt x="70" y="3"/>
                    <a:pt x="81" y="2"/>
                    <a:pt x="90" y="1"/>
                  </a:cubicBezTo>
                  <a:cubicBezTo>
                    <a:pt x="100" y="0"/>
                    <a:pt x="111" y="0"/>
                    <a:pt x="121" y="0"/>
                  </a:cubicBezTo>
                  <a:cubicBezTo>
                    <a:pt x="136" y="0"/>
                    <a:pt x="150" y="1"/>
                    <a:pt x="163" y="4"/>
                  </a:cubicBezTo>
                  <a:cubicBezTo>
                    <a:pt x="177" y="7"/>
                    <a:pt x="189" y="12"/>
                    <a:pt x="199" y="18"/>
                  </a:cubicBezTo>
                  <a:cubicBezTo>
                    <a:pt x="209" y="25"/>
                    <a:pt x="217" y="34"/>
                    <a:pt x="223" y="44"/>
                  </a:cubicBezTo>
                  <a:cubicBezTo>
                    <a:pt x="229" y="55"/>
                    <a:pt x="232" y="68"/>
                    <a:pt x="232" y="84"/>
                  </a:cubicBezTo>
                  <a:cubicBezTo>
                    <a:pt x="232" y="101"/>
                    <a:pt x="228" y="116"/>
                    <a:pt x="220" y="128"/>
                  </a:cubicBezTo>
                  <a:cubicBezTo>
                    <a:pt x="212" y="140"/>
                    <a:pt x="203" y="150"/>
                    <a:pt x="192" y="158"/>
                  </a:cubicBezTo>
                  <a:cubicBezTo>
                    <a:pt x="181" y="166"/>
                    <a:pt x="169" y="172"/>
                    <a:pt x="157" y="177"/>
                  </a:cubicBezTo>
                  <a:cubicBezTo>
                    <a:pt x="144" y="181"/>
                    <a:pt x="133" y="184"/>
                    <a:pt x="122" y="186"/>
                  </a:cubicBezTo>
                  <a:cubicBezTo>
                    <a:pt x="127" y="191"/>
                    <a:pt x="133" y="198"/>
                    <a:pt x="140" y="208"/>
                  </a:cubicBezTo>
                  <a:cubicBezTo>
                    <a:pt x="147" y="217"/>
                    <a:pt x="156" y="228"/>
                    <a:pt x="165" y="239"/>
                  </a:cubicBezTo>
                  <a:cubicBezTo>
                    <a:pt x="174" y="251"/>
                    <a:pt x="184" y="263"/>
                    <a:pt x="194" y="276"/>
                  </a:cubicBezTo>
                  <a:cubicBezTo>
                    <a:pt x="204" y="288"/>
                    <a:pt x="213" y="300"/>
                    <a:pt x="222" y="312"/>
                  </a:cubicBezTo>
                  <a:cubicBezTo>
                    <a:pt x="232" y="323"/>
                    <a:pt x="240" y="334"/>
                    <a:pt x="249" y="343"/>
                  </a:cubicBezTo>
                  <a:cubicBezTo>
                    <a:pt x="257" y="353"/>
                    <a:pt x="263" y="360"/>
                    <a:pt x="268" y="365"/>
                  </a:cubicBezTo>
                  <a:cubicBezTo>
                    <a:pt x="263" y="365"/>
                    <a:pt x="258" y="364"/>
                    <a:pt x="252" y="364"/>
                  </a:cubicBezTo>
                  <a:cubicBezTo>
                    <a:pt x="247" y="364"/>
                    <a:pt x="242" y="364"/>
                    <a:pt x="236" y="364"/>
                  </a:cubicBezTo>
                  <a:cubicBezTo>
                    <a:pt x="231" y="364"/>
                    <a:pt x="226" y="364"/>
                    <a:pt x="221" y="364"/>
                  </a:cubicBezTo>
                  <a:cubicBezTo>
                    <a:pt x="216" y="364"/>
                    <a:pt x="210" y="365"/>
                    <a:pt x="205" y="365"/>
                  </a:cubicBezTo>
                  <a:cubicBezTo>
                    <a:pt x="200" y="358"/>
                    <a:pt x="192" y="346"/>
                    <a:pt x="181" y="332"/>
                  </a:cubicBezTo>
                  <a:cubicBezTo>
                    <a:pt x="170" y="317"/>
                    <a:pt x="158" y="301"/>
                    <a:pt x="145" y="284"/>
                  </a:cubicBezTo>
                  <a:cubicBezTo>
                    <a:pt x="132" y="267"/>
                    <a:pt x="119" y="250"/>
                    <a:pt x="105" y="233"/>
                  </a:cubicBezTo>
                  <a:cubicBezTo>
                    <a:pt x="92" y="216"/>
                    <a:pt x="79" y="202"/>
                    <a:pt x="68" y="190"/>
                  </a:cubicBezTo>
                  <a:cubicBezTo>
                    <a:pt x="48" y="190"/>
                    <a:pt x="48" y="190"/>
                    <a:pt x="48" y="190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52"/>
                    <a:pt x="48" y="275"/>
                    <a:pt x="49" y="298"/>
                  </a:cubicBezTo>
                  <a:cubicBezTo>
                    <a:pt x="50" y="321"/>
                    <a:pt x="51" y="343"/>
                    <a:pt x="52" y="365"/>
                  </a:cubicBezTo>
                  <a:cubicBezTo>
                    <a:pt x="44" y="365"/>
                    <a:pt x="35" y="364"/>
                    <a:pt x="26" y="364"/>
                  </a:cubicBezTo>
                  <a:cubicBezTo>
                    <a:pt x="16" y="364"/>
                    <a:pt x="8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5" y="252"/>
                    <a:pt x="5" y="229"/>
                  </a:cubicBezTo>
                  <a:cubicBezTo>
                    <a:pt x="5" y="138"/>
                    <a:pt x="5" y="138"/>
                    <a:pt x="5" y="138"/>
                  </a:cubicBezTo>
                  <a:cubicBezTo>
                    <a:pt x="5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7" name="Freeform 320"/>
            <p:cNvSpPr>
              <a:spLocks noEditPoints="1"/>
            </p:cNvSpPr>
            <p:nvPr userDrawn="1"/>
          </p:nvSpPr>
          <p:spPr bwMode="auto">
            <a:xfrm>
              <a:off x="5043488" y="4886325"/>
              <a:ext cx="88900" cy="101600"/>
            </a:xfrm>
            <a:custGeom>
              <a:avLst/>
              <a:gdLst>
                <a:gd name="T0" fmla="*/ 90 w 232"/>
                <a:gd name="T1" fmla="*/ 26 h 264"/>
                <a:gd name="T2" fmla="*/ 67 w 232"/>
                <a:gd name="T3" fmla="*/ 49 h 264"/>
                <a:gd name="T4" fmla="*/ 54 w 232"/>
                <a:gd name="T5" fmla="*/ 79 h 264"/>
                <a:gd name="T6" fmla="*/ 49 w 232"/>
                <a:gd name="T7" fmla="*/ 109 h 264"/>
                <a:gd name="T8" fmla="*/ 83 w 232"/>
                <a:gd name="T9" fmla="*/ 110 h 264"/>
                <a:gd name="T10" fmla="*/ 118 w 232"/>
                <a:gd name="T11" fmla="*/ 111 h 264"/>
                <a:gd name="T12" fmla="*/ 153 w 232"/>
                <a:gd name="T13" fmla="*/ 110 h 264"/>
                <a:gd name="T14" fmla="*/ 188 w 232"/>
                <a:gd name="T15" fmla="*/ 109 h 264"/>
                <a:gd name="T16" fmla="*/ 186 w 232"/>
                <a:gd name="T17" fmla="*/ 79 h 264"/>
                <a:gd name="T18" fmla="*/ 176 w 232"/>
                <a:gd name="T19" fmla="*/ 49 h 264"/>
                <a:gd name="T20" fmla="*/ 156 w 232"/>
                <a:gd name="T21" fmla="*/ 26 h 264"/>
                <a:gd name="T22" fmla="*/ 123 w 232"/>
                <a:gd name="T23" fmla="*/ 17 h 264"/>
                <a:gd name="T24" fmla="*/ 90 w 232"/>
                <a:gd name="T25" fmla="*/ 26 h 264"/>
                <a:gd name="T26" fmla="*/ 31 w 232"/>
                <a:gd name="T27" fmla="*/ 38 h 264"/>
                <a:gd name="T28" fmla="*/ 122 w 232"/>
                <a:gd name="T29" fmla="*/ 0 h 264"/>
                <a:gd name="T30" fmla="*/ 170 w 232"/>
                <a:gd name="T31" fmla="*/ 9 h 264"/>
                <a:gd name="T32" fmla="*/ 204 w 232"/>
                <a:gd name="T33" fmla="*/ 32 h 264"/>
                <a:gd name="T34" fmla="*/ 225 w 232"/>
                <a:gd name="T35" fmla="*/ 67 h 264"/>
                <a:gd name="T36" fmla="*/ 232 w 232"/>
                <a:gd name="T37" fmla="*/ 109 h 264"/>
                <a:gd name="T38" fmla="*/ 231 w 232"/>
                <a:gd name="T39" fmla="*/ 119 h 264"/>
                <a:gd name="T40" fmla="*/ 231 w 232"/>
                <a:gd name="T41" fmla="*/ 129 h 264"/>
                <a:gd name="T42" fmla="*/ 174 w 232"/>
                <a:gd name="T43" fmla="*/ 128 h 264"/>
                <a:gd name="T44" fmla="*/ 117 w 232"/>
                <a:gd name="T45" fmla="*/ 128 h 264"/>
                <a:gd name="T46" fmla="*/ 82 w 232"/>
                <a:gd name="T47" fmla="*/ 128 h 264"/>
                <a:gd name="T48" fmla="*/ 48 w 232"/>
                <a:gd name="T49" fmla="*/ 129 h 264"/>
                <a:gd name="T50" fmla="*/ 47 w 232"/>
                <a:gd name="T51" fmla="*/ 137 h 264"/>
                <a:gd name="T52" fmla="*/ 47 w 232"/>
                <a:gd name="T53" fmla="*/ 144 h 264"/>
                <a:gd name="T54" fmla="*/ 53 w 232"/>
                <a:gd name="T55" fmla="*/ 184 h 264"/>
                <a:gd name="T56" fmla="*/ 71 w 232"/>
                <a:gd name="T57" fmla="*/ 215 h 264"/>
                <a:gd name="T58" fmla="*/ 99 w 232"/>
                <a:gd name="T59" fmla="*/ 236 h 264"/>
                <a:gd name="T60" fmla="*/ 139 w 232"/>
                <a:gd name="T61" fmla="*/ 244 h 264"/>
                <a:gd name="T62" fmla="*/ 160 w 232"/>
                <a:gd name="T63" fmla="*/ 241 h 264"/>
                <a:gd name="T64" fmla="*/ 182 w 232"/>
                <a:gd name="T65" fmla="*/ 233 h 264"/>
                <a:gd name="T66" fmla="*/ 202 w 232"/>
                <a:gd name="T67" fmla="*/ 221 h 264"/>
                <a:gd name="T68" fmla="*/ 218 w 232"/>
                <a:gd name="T69" fmla="*/ 205 h 264"/>
                <a:gd name="T70" fmla="*/ 221 w 232"/>
                <a:gd name="T71" fmla="*/ 207 h 264"/>
                <a:gd name="T72" fmla="*/ 218 w 232"/>
                <a:gd name="T73" fmla="*/ 233 h 264"/>
                <a:gd name="T74" fmla="*/ 178 w 232"/>
                <a:gd name="T75" fmla="*/ 255 h 264"/>
                <a:gd name="T76" fmla="*/ 129 w 232"/>
                <a:gd name="T77" fmla="*/ 264 h 264"/>
                <a:gd name="T78" fmla="*/ 77 w 232"/>
                <a:gd name="T79" fmla="*/ 255 h 264"/>
                <a:gd name="T80" fmla="*/ 36 w 232"/>
                <a:gd name="T81" fmla="*/ 230 h 264"/>
                <a:gd name="T82" fmla="*/ 10 w 232"/>
                <a:gd name="T83" fmla="*/ 190 h 264"/>
                <a:gd name="T84" fmla="*/ 0 w 232"/>
                <a:gd name="T85" fmla="*/ 140 h 264"/>
                <a:gd name="T86" fmla="*/ 31 w 232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2" h="264">
                  <a:moveTo>
                    <a:pt x="90" y="26"/>
                  </a:moveTo>
                  <a:cubicBezTo>
                    <a:pt x="81" y="32"/>
                    <a:pt x="73" y="40"/>
                    <a:pt x="67" y="49"/>
                  </a:cubicBezTo>
                  <a:cubicBezTo>
                    <a:pt x="62" y="58"/>
                    <a:pt x="57" y="68"/>
                    <a:pt x="54" y="79"/>
                  </a:cubicBezTo>
                  <a:cubicBezTo>
                    <a:pt x="51" y="89"/>
                    <a:pt x="49" y="100"/>
                    <a:pt x="49" y="109"/>
                  </a:cubicBezTo>
                  <a:cubicBezTo>
                    <a:pt x="60" y="110"/>
                    <a:pt x="71" y="110"/>
                    <a:pt x="83" y="110"/>
                  </a:cubicBezTo>
                  <a:cubicBezTo>
                    <a:pt x="95" y="111"/>
                    <a:pt x="106" y="111"/>
                    <a:pt x="118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7" y="110"/>
                    <a:pt x="188" y="109"/>
                  </a:cubicBezTo>
                  <a:cubicBezTo>
                    <a:pt x="188" y="100"/>
                    <a:pt x="187" y="90"/>
                    <a:pt x="186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2" y="40"/>
                    <a:pt x="165" y="32"/>
                    <a:pt x="156" y="26"/>
                  </a:cubicBezTo>
                  <a:cubicBezTo>
                    <a:pt x="148" y="20"/>
                    <a:pt x="137" y="17"/>
                    <a:pt x="123" y="17"/>
                  </a:cubicBezTo>
                  <a:cubicBezTo>
                    <a:pt x="110" y="17"/>
                    <a:pt x="99" y="20"/>
                    <a:pt x="90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2" y="0"/>
                  </a:cubicBezTo>
                  <a:cubicBezTo>
                    <a:pt x="140" y="0"/>
                    <a:pt x="157" y="3"/>
                    <a:pt x="170" y="9"/>
                  </a:cubicBezTo>
                  <a:cubicBezTo>
                    <a:pt x="184" y="15"/>
                    <a:pt x="195" y="23"/>
                    <a:pt x="204" y="32"/>
                  </a:cubicBezTo>
                  <a:cubicBezTo>
                    <a:pt x="214" y="42"/>
                    <a:pt x="220" y="54"/>
                    <a:pt x="225" y="67"/>
                  </a:cubicBezTo>
                  <a:cubicBezTo>
                    <a:pt x="229" y="80"/>
                    <a:pt x="232" y="94"/>
                    <a:pt x="232" y="109"/>
                  </a:cubicBezTo>
                  <a:cubicBezTo>
                    <a:pt x="232" y="112"/>
                    <a:pt x="231" y="116"/>
                    <a:pt x="231" y="119"/>
                  </a:cubicBezTo>
                  <a:cubicBezTo>
                    <a:pt x="231" y="122"/>
                    <a:pt x="231" y="126"/>
                    <a:pt x="231" y="129"/>
                  </a:cubicBezTo>
                  <a:cubicBezTo>
                    <a:pt x="212" y="129"/>
                    <a:pt x="193" y="128"/>
                    <a:pt x="174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6" y="128"/>
                    <a:pt x="94" y="128"/>
                    <a:pt x="82" y="128"/>
                  </a:cubicBezTo>
                  <a:cubicBezTo>
                    <a:pt x="71" y="128"/>
                    <a:pt x="59" y="129"/>
                    <a:pt x="48" y="129"/>
                  </a:cubicBezTo>
                  <a:cubicBezTo>
                    <a:pt x="47" y="131"/>
                    <a:pt x="47" y="134"/>
                    <a:pt x="47" y="137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7" y="158"/>
                    <a:pt x="49" y="171"/>
                    <a:pt x="53" y="184"/>
                  </a:cubicBezTo>
                  <a:cubicBezTo>
                    <a:pt x="57" y="196"/>
                    <a:pt x="63" y="206"/>
                    <a:pt x="71" y="215"/>
                  </a:cubicBezTo>
                  <a:cubicBezTo>
                    <a:pt x="79" y="224"/>
                    <a:pt x="88" y="231"/>
                    <a:pt x="99" y="236"/>
                  </a:cubicBezTo>
                  <a:cubicBezTo>
                    <a:pt x="111" y="241"/>
                    <a:pt x="124" y="244"/>
                    <a:pt x="139" y="244"/>
                  </a:cubicBezTo>
                  <a:cubicBezTo>
                    <a:pt x="146" y="244"/>
                    <a:pt x="153" y="243"/>
                    <a:pt x="160" y="241"/>
                  </a:cubicBezTo>
                  <a:cubicBezTo>
                    <a:pt x="168" y="239"/>
                    <a:pt x="175" y="236"/>
                    <a:pt x="182" y="233"/>
                  </a:cubicBezTo>
                  <a:cubicBezTo>
                    <a:pt x="189" y="229"/>
                    <a:pt x="196" y="225"/>
                    <a:pt x="202" y="221"/>
                  </a:cubicBezTo>
                  <a:cubicBezTo>
                    <a:pt x="208" y="216"/>
                    <a:pt x="214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8" y="233"/>
                    <a:pt x="218" y="233"/>
                    <a:pt x="218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3" y="261"/>
                    <a:pt x="146" y="264"/>
                    <a:pt x="129" y="264"/>
                  </a:cubicBezTo>
                  <a:cubicBezTo>
                    <a:pt x="110" y="264"/>
                    <a:pt x="93" y="261"/>
                    <a:pt x="77" y="255"/>
                  </a:cubicBezTo>
                  <a:cubicBezTo>
                    <a:pt x="61" y="249"/>
                    <a:pt x="48" y="241"/>
                    <a:pt x="36" y="230"/>
                  </a:cubicBezTo>
                  <a:cubicBezTo>
                    <a:pt x="25" y="218"/>
                    <a:pt x="16" y="205"/>
                    <a:pt x="10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1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8" name="Freeform 321"/>
            <p:cNvSpPr>
              <a:spLocks/>
            </p:cNvSpPr>
            <p:nvPr userDrawn="1"/>
          </p:nvSpPr>
          <p:spPr bwMode="auto">
            <a:xfrm>
              <a:off x="5159375" y="4886325"/>
              <a:ext cx="63500" cy="101600"/>
            </a:xfrm>
            <a:custGeom>
              <a:avLst/>
              <a:gdLst>
                <a:gd name="T0" fmla="*/ 24 w 164"/>
                <a:gd name="T1" fmla="*/ 221 h 264"/>
                <a:gd name="T2" fmla="*/ 38 w 164"/>
                <a:gd name="T3" fmla="*/ 233 h 264"/>
                <a:gd name="T4" fmla="*/ 55 w 164"/>
                <a:gd name="T5" fmla="*/ 242 h 264"/>
                <a:gd name="T6" fmla="*/ 76 w 164"/>
                <a:gd name="T7" fmla="*/ 246 h 264"/>
                <a:gd name="T8" fmla="*/ 95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7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2 w 164"/>
                <a:gd name="T27" fmla="*/ 81 h 264"/>
                <a:gd name="T28" fmla="*/ 8 w 164"/>
                <a:gd name="T29" fmla="*/ 48 h 264"/>
                <a:gd name="T30" fmla="*/ 25 w 164"/>
                <a:gd name="T31" fmla="*/ 23 h 264"/>
                <a:gd name="T32" fmla="*/ 53 w 164"/>
                <a:gd name="T33" fmla="*/ 6 h 264"/>
                <a:gd name="T34" fmla="*/ 90 w 164"/>
                <a:gd name="T35" fmla="*/ 0 h 264"/>
                <a:gd name="T36" fmla="*/ 123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6 w 164"/>
                <a:gd name="T43" fmla="*/ 53 h 264"/>
                <a:gd name="T44" fmla="*/ 130 w 164"/>
                <a:gd name="T45" fmla="*/ 53 h 264"/>
                <a:gd name="T46" fmla="*/ 113 w 164"/>
                <a:gd name="T47" fmla="*/ 30 h 264"/>
                <a:gd name="T48" fmla="*/ 83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3 w 164"/>
                <a:gd name="T55" fmla="*/ 45 h 264"/>
                <a:gd name="T56" fmla="*/ 39 w 164"/>
                <a:gd name="T57" fmla="*/ 65 h 264"/>
                <a:gd name="T58" fmla="*/ 48 w 164"/>
                <a:gd name="T59" fmla="*/ 91 h 264"/>
                <a:gd name="T60" fmla="*/ 71 w 164"/>
                <a:gd name="T61" fmla="*/ 106 h 264"/>
                <a:gd name="T62" fmla="*/ 101 w 164"/>
                <a:gd name="T63" fmla="*/ 115 h 264"/>
                <a:gd name="T64" fmla="*/ 131 w 164"/>
                <a:gd name="T65" fmla="*/ 126 h 264"/>
                <a:gd name="T66" fmla="*/ 154 w 164"/>
                <a:gd name="T67" fmla="*/ 146 h 264"/>
                <a:gd name="T68" fmla="*/ 164 w 164"/>
                <a:gd name="T69" fmla="*/ 181 h 264"/>
                <a:gd name="T70" fmla="*/ 157 w 164"/>
                <a:gd name="T71" fmla="*/ 212 h 264"/>
                <a:gd name="T72" fmla="*/ 138 w 164"/>
                <a:gd name="T73" fmla="*/ 239 h 264"/>
                <a:gd name="T74" fmla="*/ 108 w 164"/>
                <a:gd name="T75" fmla="*/ 257 h 264"/>
                <a:gd name="T76" fmla="*/ 68 w 164"/>
                <a:gd name="T77" fmla="*/ 264 h 264"/>
                <a:gd name="T78" fmla="*/ 27 w 164"/>
                <a:gd name="T79" fmla="*/ 259 h 264"/>
                <a:gd name="T80" fmla="*/ 0 w 164"/>
                <a:gd name="T81" fmla="*/ 248 h 264"/>
                <a:gd name="T82" fmla="*/ 6 w 164"/>
                <a:gd name="T83" fmla="*/ 229 h 264"/>
                <a:gd name="T84" fmla="*/ 10 w 164"/>
                <a:gd name="T85" fmla="*/ 209 h 264"/>
                <a:gd name="T86" fmla="*/ 16 w 164"/>
                <a:gd name="T87" fmla="*/ 209 h 264"/>
                <a:gd name="T88" fmla="*/ 24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4" y="221"/>
                  </a:moveTo>
                  <a:cubicBezTo>
                    <a:pt x="28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5" y="242"/>
                  </a:cubicBezTo>
                  <a:cubicBezTo>
                    <a:pt x="62" y="244"/>
                    <a:pt x="69" y="246"/>
                    <a:pt x="76" y="246"/>
                  </a:cubicBezTo>
                  <a:cubicBezTo>
                    <a:pt x="83" y="246"/>
                    <a:pt x="89" y="245"/>
                    <a:pt x="95" y="242"/>
                  </a:cubicBezTo>
                  <a:cubicBezTo>
                    <a:pt x="101" y="240"/>
                    <a:pt x="107" y="237"/>
                    <a:pt x="112" y="233"/>
                  </a:cubicBezTo>
                  <a:cubicBezTo>
                    <a:pt x="116" y="230"/>
                    <a:pt x="120" y="225"/>
                    <a:pt x="123" y="219"/>
                  </a:cubicBezTo>
                  <a:cubicBezTo>
                    <a:pt x="126" y="212"/>
                    <a:pt x="127" y="206"/>
                    <a:pt x="127" y="198"/>
                  </a:cubicBezTo>
                  <a:cubicBezTo>
                    <a:pt x="127" y="187"/>
                    <a:pt x="124" y="178"/>
                    <a:pt x="118" y="172"/>
                  </a:cubicBezTo>
                  <a:cubicBezTo>
                    <a:pt x="112" y="167"/>
                    <a:pt x="104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5" y="131"/>
                    <a:pt x="18" y="124"/>
                    <a:pt x="12" y="116"/>
                  </a:cubicBezTo>
                  <a:cubicBezTo>
                    <a:pt x="5" y="107"/>
                    <a:pt x="2" y="96"/>
                    <a:pt x="2" y="81"/>
                  </a:cubicBezTo>
                  <a:cubicBezTo>
                    <a:pt x="2" y="69"/>
                    <a:pt x="4" y="58"/>
                    <a:pt x="8" y="48"/>
                  </a:cubicBezTo>
                  <a:cubicBezTo>
                    <a:pt x="12" y="39"/>
                    <a:pt x="18" y="30"/>
                    <a:pt x="25" y="23"/>
                  </a:cubicBezTo>
                  <a:cubicBezTo>
                    <a:pt x="32" y="16"/>
                    <a:pt x="42" y="11"/>
                    <a:pt x="53" y="6"/>
                  </a:cubicBezTo>
                  <a:cubicBezTo>
                    <a:pt x="63" y="2"/>
                    <a:pt x="76" y="0"/>
                    <a:pt x="90" y="0"/>
                  </a:cubicBezTo>
                  <a:cubicBezTo>
                    <a:pt x="103" y="0"/>
                    <a:pt x="114" y="2"/>
                    <a:pt x="123" y="6"/>
                  </a:cubicBezTo>
                  <a:cubicBezTo>
                    <a:pt x="132" y="9"/>
                    <a:pt x="141" y="13"/>
                    <a:pt x="149" y="15"/>
                  </a:cubicBezTo>
                  <a:cubicBezTo>
                    <a:pt x="146" y="21"/>
                    <a:pt x="143" y="27"/>
                    <a:pt x="141" y="35"/>
                  </a:cubicBezTo>
                  <a:cubicBezTo>
                    <a:pt x="138" y="43"/>
                    <a:pt x="137" y="49"/>
                    <a:pt x="136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1" y="37"/>
                    <a:pt x="113" y="30"/>
                  </a:cubicBezTo>
                  <a:cubicBezTo>
                    <a:pt x="105" y="24"/>
                    <a:pt x="95" y="20"/>
                    <a:pt x="83" y="20"/>
                  </a:cubicBezTo>
                  <a:cubicBezTo>
                    <a:pt x="78" y="20"/>
                    <a:pt x="73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49" y="34"/>
                    <a:pt x="46" y="39"/>
                    <a:pt x="43" y="45"/>
                  </a:cubicBezTo>
                  <a:cubicBezTo>
                    <a:pt x="40" y="50"/>
                    <a:pt x="39" y="57"/>
                    <a:pt x="39" y="65"/>
                  </a:cubicBezTo>
                  <a:cubicBezTo>
                    <a:pt x="39" y="76"/>
                    <a:pt x="42" y="85"/>
                    <a:pt x="48" y="91"/>
                  </a:cubicBezTo>
                  <a:cubicBezTo>
                    <a:pt x="54" y="98"/>
                    <a:pt x="62" y="102"/>
                    <a:pt x="71" y="106"/>
                  </a:cubicBezTo>
                  <a:cubicBezTo>
                    <a:pt x="80" y="109"/>
                    <a:pt x="90" y="113"/>
                    <a:pt x="101" y="115"/>
                  </a:cubicBezTo>
                  <a:cubicBezTo>
                    <a:pt x="112" y="118"/>
                    <a:pt x="122" y="122"/>
                    <a:pt x="131" y="126"/>
                  </a:cubicBezTo>
                  <a:cubicBezTo>
                    <a:pt x="141" y="131"/>
                    <a:pt x="148" y="138"/>
                    <a:pt x="154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1" y="202"/>
                    <a:pt x="157" y="212"/>
                  </a:cubicBezTo>
                  <a:cubicBezTo>
                    <a:pt x="153" y="222"/>
                    <a:pt x="146" y="231"/>
                    <a:pt x="138" y="239"/>
                  </a:cubicBezTo>
                  <a:cubicBezTo>
                    <a:pt x="130" y="247"/>
                    <a:pt x="120" y="253"/>
                    <a:pt x="108" y="257"/>
                  </a:cubicBezTo>
                  <a:cubicBezTo>
                    <a:pt x="96" y="262"/>
                    <a:pt x="83" y="264"/>
                    <a:pt x="68" y="264"/>
                  </a:cubicBezTo>
                  <a:cubicBezTo>
                    <a:pt x="52" y="264"/>
                    <a:pt x="38" y="262"/>
                    <a:pt x="27" y="259"/>
                  </a:cubicBezTo>
                  <a:cubicBezTo>
                    <a:pt x="17" y="256"/>
                    <a:pt x="7" y="252"/>
                    <a:pt x="0" y="248"/>
                  </a:cubicBezTo>
                  <a:cubicBezTo>
                    <a:pt x="2" y="243"/>
                    <a:pt x="4" y="237"/>
                    <a:pt x="6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6" y="209"/>
                    <a:pt x="16" y="209"/>
                    <a:pt x="16" y="209"/>
                  </a:cubicBezTo>
                  <a:cubicBezTo>
                    <a:pt x="18" y="212"/>
                    <a:pt x="21" y="216"/>
                    <a:pt x="24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9" name="Freeform 322"/>
            <p:cNvSpPr>
              <a:spLocks/>
            </p:cNvSpPr>
            <p:nvPr userDrawn="1"/>
          </p:nvSpPr>
          <p:spPr bwMode="auto">
            <a:xfrm>
              <a:off x="5257800" y="4887913"/>
              <a:ext cx="82550" cy="100013"/>
            </a:xfrm>
            <a:custGeom>
              <a:avLst/>
              <a:gdLst>
                <a:gd name="T0" fmla="*/ 1 w 215"/>
                <a:gd name="T1" fmla="*/ 125 h 259"/>
                <a:gd name="T2" fmla="*/ 2 w 215"/>
                <a:gd name="T3" fmla="*/ 85 h 259"/>
                <a:gd name="T4" fmla="*/ 1 w 215"/>
                <a:gd name="T5" fmla="*/ 45 h 259"/>
                <a:gd name="T6" fmla="*/ 1 w 215"/>
                <a:gd name="T7" fmla="*/ 0 h 259"/>
                <a:gd name="T8" fmla="*/ 23 w 215"/>
                <a:gd name="T9" fmla="*/ 3 h 259"/>
                <a:gd name="T10" fmla="*/ 45 w 215"/>
                <a:gd name="T11" fmla="*/ 0 h 259"/>
                <a:gd name="T12" fmla="*/ 41 w 215"/>
                <a:gd name="T13" fmla="*/ 71 h 259"/>
                <a:gd name="T14" fmla="*/ 39 w 215"/>
                <a:gd name="T15" fmla="*/ 149 h 259"/>
                <a:gd name="T16" fmla="*/ 44 w 215"/>
                <a:gd name="T17" fmla="*/ 191 h 259"/>
                <a:gd name="T18" fmla="*/ 55 w 215"/>
                <a:gd name="T19" fmla="*/ 213 h 259"/>
                <a:gd name="T20" fmla="*/ 74 w 215"/>
                <a:gd name="T21" fmla="*/ 228 h 259"/>
                <a:gd name="T22" fmla="*/ 101 w 215"/>
                <a:gd name="T23" fmla="*/ 233 h 259"/>
                <a:gd name="T24" fmla="*/ 138 w 215"/>
                <a:gd name="T25" fmla="*/ 223 h 259"/>
                <a:gd name="T26" fmla="*/ 160 w 215"/>
                <a:gd name="T27" fmla="*/ 199 h 259"/>
                <a:gd name="T28" fmla="*/ 166 w 215"/>
                <a:gd name="T29" fmla="*/ 183 h 259"/>
                <a:gd name="T30" fmla="*/ 169 w 215"/>
                <a:gd name="T31" fmla="*/ 166 h 259"/>
                <a:gd name="T32" fmla="*/ 171 w 215"/>
                <a:gd name="T33" fmla="*/ 138 h 259"/>
                <a:gd name="T34" fmla="*/ 171 w 215"/>
                <a:gd name="T35" fmla="*/ 88 h 259"/>
                <a:gd name="T36" fmla="*/ 171 w 215"/>
                <a:gd name="T37" fmla="*/ 43 h 259"/>
                <a:gd name="T38" fmla="*/ 171 w 215"/>
                <a:gd name="T39" fmla="*/ 21 h 259"/>
                <a:gd name="T40" fmla="*/ 170 w 215"/>
                <a:gd name="T41" fmla="*/ 0 h 259"/>
                <a:gd name="T42" fmla="*/ 181 w 215"/>
                <a:gd name="T43" fmla="*/ 2 h 259"/>
                <a:gd name="T44" fmla="*/ 192 w 215"/>
                <a:gd name="T45" fmla="*/ 3 h 259"/>
                <a:gd name="T46" fmla="*/ 204 w 215"/>
                <a:gd name="T47" fmla="*/ 2 h 259"/>
                <a:gd name="T48" fmla="*/ 215 w 215"/>
                <a:gd name="T49" fmla="*/ 0 h 259"/>
                <a:gd name="T50" fmla="*/ 212 w 215"/>
                <a:gd name="T51" fmla="*/ 81 h 259"/>
                <a:gd name="T52" fmla="*/ 211 w 215"/>
                <a:gd name="T53" fmla="*/ 162 h 259"/>
                <a:gd name="T54" fmla="*/ 212 w 215"/>
                <a:gd name="T55" fmla="*/ 209 h 259"/>
                <a:gd name="T56" fmla="*/ 214 w 215"/>
                <a:gd name="T57" fmla="*/ 254 h 259"/>
                <a:gd name="T58" fmla="*/ 192 w 215"/>
                <a:gd name="T59" fmla="*/ 252 h 259"/>
                <a:gd name="T60" fmla="*/ 171 w 215"/>
                <a:gd name="T61" fmla="*/ 254 h 259"/>
                <a:gd name="T62" fmla="*/ 172 w 215"/>
                <a:gd name="T63" fmla="*/ 243 h 259"/>
                <a:gd name="T64" fmla="*/ 172 w 215"/>
                <a:gd name="T65" fmla="*/ 232 h 259"/>
                <a:gd name="T66" fmla="*/ 172 w 215"/>
                <a:gd name="T67" fmla="*/ 209 h 259"/>
                <a:gd name="T68" fmla="*/ 171 w 215"/>
                <a:gd name="T69" fmla="*/ 209 h 259"/>
                <a:gd name="T70" fmla="*/ 136 w 215"/>
                <a:gd name="T71" fmla="*/ 247 h 259"/>
                <a:gd name="T72" fmla="*/ 88 w 215"/>
                <a:gd name="T73" fmla="*/ 259 h 259"/>
                <a:gd name="T74" fmla="*/ 24 w 215"/>
                <a:gd name="T75" fmla="*/ 237 h 259"/>
                <a:gd name="T76" fmla="*/ 0 w 215"/>
                <a:gd name="T77" fmla="*/ 173 h 259"/>
                <a:gd name="T78" fmla="*/ 1 w 215"/>
                <a:gd name="T79" fmla="*/ 12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" h="259">
                  <a:moveTo>
                    <a:pt x="1" y="125"/>
                  </a:moveTo>
                  <a:cubicBezTo>
                    <a:pt x="1" y="112"/>
                    <a:pt x="2" y="98"/>
                    <a:pt x="2" y="85"/>
                  </a:cubicBezTo>
                  <a:cubicBezTo>
                    <a:pt x="2" y="73"/>
                    <a:pt x="2" y="59"/>
                    <a:pt x="1" y="45"/>
                  </a:cubicBezTo>
                  <a:cubicBezTo>
                    <a:pt x="1" y="30"/>
                    <a:pt x="1" y="15"/>
                    <a:pt x="1" y="0"/>
                  </a:cubicBez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6" y="2"/>
                    <a:pt x="45" y="0"/>
                  </a:cubicBezTo>
                  <a:cubicBezTo>
                    <a:pt x="43" y="22"/>
                    <a:pt x="41" y="45"/>
                    <a:pt x="41" y="71"/>
                  </a:cubicBezTo>
                  <a:cubicBezTo>
                    <a:pt x="40" y="96"/>
                    <a:pt x="39" y="122"/>
                    <a:pt x="39" y="149"/>
                  </a:cubicBezTo>
                  <a:cubicBezTo>
                    <a:pt x="39" y="167"/>
                    <a:pt x="41" y="181"/>
                    <a:pt x="44" y="191"/>
                  </a:cubicBezTo>
                  <a:cubicBezTo>
                    <a:pt x="47" y="201"/>
                    <a:pt x="51" y="208"/>
                    <a:pt x="55" y="213"/>
                  </a:cubicBezTo>
                  <a:cubicBezTo>
                    <a:pt x="60" y="219"/>
                    <a:pt x="67" y="224"/>
                    <a:pt x="74" y="228"/>
                  </a:cubicBezTo>
                  <a:cubicBezTo>
                    <a:pt x="82" y="231"/>
                    <a:pt x="91" y="233"/>
                    <a:pt x="101" y="233"/>
                  </a:cubicBezTo>
                  <a:cubicBezTo>
                    <a:pt x="116" y="233"/>
                    <a:pt x="128" y="230"/>
                    <a:pt x="138" y="223"/>
                  </a:cubicBezTo>
                  <a:cubicBezTo>
                    <a:pt x="148" y="217"/>
                    <a:pt x="156" y="209"/>
                    <a:pt x="160" y="199"/>
                  </a:cubicBezTo>
                  <a:cubicBezTo>
                    <a:pt x="163" y="193"/>
                    <a:pt x="165" y="188"/>
                    <a:pt x="166" y="183"/>
                  </a:cubicBezTo>
                  <a:cubicBezTo>
                    <a:pt x="167" y="179"/>
                    <a:pt x="169" y="174"/>
                    <a:pt x="169" y="166"/>
                  </a:cubicBezTo>
                  <a:cubicBezTo>
                    <a:pt x="170" y="159"/>
                    <a:pt x="171" y="150"/>
                    <a:pt x="171" y="138"/>
                  </a:cubicBezTo>
                  <a:cubicBezTo>
                    <a:pt x="171" y="125"/>
                    <a:pt x="171" y="109"/>
                    <a:pt x="171" y="88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71" y="35"/>
                    <a:pt x="171" y="28"/>
                    <a:pt x="171" y="21"/>
                  </a:cubicBezTo>
                  <a:cubicBezTo>
                    <a:pt x="171" y="13"/>
                    <a:pt x="170" y="7"/>
                    <a:pt x="170" y="0"/>
                  </a:cubicBezTo>
                  <a:cubicBezTo>
                    <a:pt x="174" y="1"/>
                    <a:pt x="177" y="2"/>
                    <a:pt x="181" y="2"/>
                  </a:cubicBezTo>
                  <a:cubicBezTo>
                    <a:pt x="185" y="3"/>
                    <a:pt x="188" y="3"/>
                    <a:pt x="192" y="3"/>
                  </a:cubicBezTo>
                  <a:cubicBezTo>
                    <a:pt x="196" y="3"/>
                    <a:pt x="200" y="3"/>
                    <a:pt x="204" y="2"/>
                  </a:cubicBezTo>
                  <a:cubicBezTo>
                    <a:pt x="207" y="2"/>
                    <a:pt x="211" y="1"/>
                    <a:pt x="215" y="0"/>
                  </a:cubicBezTo>
                  <a:cubicBezTo>
                    <a:pt x="213" y="28"/>
                    <a:pt x="212" y="55"/>
                    <a:pt x="212" y="81"/>
                  </a:cubicBezTo>
                  <a:cubicBezTo>
                    <a:pt x="211" y="106"/>
                    <a:pt x="211" y="134"/>
                    <a:pt x="211" y="162"/>
                  </a:cubicBezTo>
                  <a:cubicBezTo>
                    <a:pt x="211" y="178"/>
                    <a:pt x="211" y="194"/>
                    <a:pt x="212" y="209"/>
                  </a:cubicBezTo>
                  <a:cubicBezTo>
                    <a:pt x="212" y="225"/>
                    <a:pt x="213" y="239"/>
                    <a:pt x="214" y="254"/>
                  </a:cubicBezTo>
                  <a:cubicBezTo>
                    <a:pt x="206" y="253"/>
                    <a:pt x="199" y="252"/>
                    <a:pt x="192" y="252"/>
                  </a:cubicBezTo>
                  <a:cubicBezTo>
                    <a:pt x="186" y="252"/>
                    <a:pt x="178" y="253"/>
                    <a:pt x="171" y="254"/>
                  </a:cubicBezTo>
                  <a:cubicBezTo>
                    <a:pt x="172" y="250"/>
                    <a:pt x="172" y="247"/>
                    <a:pt x="172" y="243"/>
                  </a:cubicBezTo>
                  <a:cubicBezTo>
                    <a:pt x="172" y="240"/>
                    <a:pt x="172" y="236"/>
                    <a:pt x="172" y="232"/>
                  </a:cubicBezTo>
                  <a:cubicBezTo>
                    <a:pt x="172" y="209"/>
                    <a:pt x="172" y="209"/>
                    <a:pt x="172" y="209"/>
                  </a:cubicBezTo>
                  <a:cubicBezTo>
                    <a:pt x="171" y="209"/>
                    <a:pt x="171" y="209"/>
                    <a:pt x="171" y="209"/>
                  </a:cubicBezTo>
                  <a:cubicBezTo>
                    <a:pt x="162" y="226"/>
                    <a:pt x="150" y="239"/>
                    <a:pt x="136" y="247"/>
                  </a:cubicBezTo>
                  <a:cubicBezTo>
                    <a:pt x="121" y="255"/>
                    <a:pt x="105" y="259"/>
                    <a:pt x="88" y="259"/>
                  </a:cubicBezTo>
                  <a:cubicBezTo>
                    <a:pt x="61" y="259"/>
                    <a:pt x="39" y="252"/>
                    <a:pt x="24" y="237"/>
                  </a:cubicBezTo>
                  <a:cubicBezTo>
                    <a:pt x="8" y="222"/>
                    <a:pt x="0" y="201"/>
                    <a:pt x="0" y="173"/>
                  </a:cubicBezTo>
                  <a:cubicBezTo>
                    <a:pt x="0" y="154"/>
                    <a:pt x="0" y="138"/>
                    <a:pt x="1" y="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0" name="Freeform 323"/>
            <p:cNvSpPr>
              <a:spLocks/>
            </p:cNvSpPr>
            <p:nvPr userDrawn="1"/>
          </p:nvSpPr>
          <p:spPr bwMode="auto">
            <a:xfrm>
              <a:off x="5387975" y="4832350"/>
              <a:ext cx="19050" cy="153988"/>
            </a:xfrm>
            <a:custGeom>
              <a:avLst/>
              <a:gdLst>
                <a:gd name="T0" fmla="*/ 4 w 48"/>
                <a:gd name="T1" fmla="*/ 114 h 401"/>
                <a:gd name="T2" fmla="*/ 3 w 48"/>
                <a:gd name="T3" fmla="*/ 72 h 401"/>
                <a:gd name="T4" fmla="*/ 2 w 48"/>
                <a:gd name="T5" fmla="*/ 32 h 401"/>
                <a:gd name="T6" fmla="*/ 0 w 48"/>
                <a:gd name="T7" fmla="*/ 0 h 401"/>
                <a:gd name="T8" fmla="*/ 24 w 48"/>
                <a:gd name="T9" fmla="*/ 3 h 401"/>
                <a:gd name="T10" fmla="*/ 48 w 48"/>
                <a:gd name="T11" fmla="*/ 0 h 401"/>
                <a:gd name="T12" fmla="*/ 46 w 48"/>
                <a:gd name="T13" fmla="*/ 32 h 401"/>
                <a:gd name="T14" fmla="*/ 44 w 48"/>
                <a:gd name="T15" fmla="*/ 72 h 401"/>
                <a:gd name="T16" fmla="*/ 44 w 48"/>
                <a:gd name="T17" fmla="*/ 114 h 401"/>
                <a:gd name="T18" fmla="*/ 43 w 48"/>
                <a:gd name="T19" fmla="*/ 153 h 401"/>
                <a:gd name="T20" fmla="*/ 43 w 48"/>
                <a:gd name="T21" fmla="*/ 250 h 401"/>
                <a:gd name="T22" fmla="*/ 44 w 48"/>
                <a:gd name="T23" fmla="*/ 289 h 401"/>
                <a:gd name="T24" fmla="*/ 44 w 48"/>
                <a:gd name="T25" fmla="*/ 331 h 401"/>
                <a:gd name="T26" fmla="*/ 46 w 48"/>
                <a:gd name="T27" fmla="*/ 370 h 401"/>
                <a:gd name="T28" fmla="*/ 48 w 48"/>
                <a:gd name="T29" fmla="*/ 401 h 401"/>
                <a:gd name="T30" fmla="*/ 24 w 48"/>
                <a:gd name="T31" fmla="*/ 400 h 401"/>
                <a:gd name="T32" fmla="*/ 0 w 48"/>
                <a:gd name="T33" fmla="*/ 401 h 401"/>
                <a:gd name="T34" fmla="*/ 2 w 48"/>
                <a:gd name="T35" fmla="*/ 370 h 401"/>
                <a:gd name="T36" fmla="*/ 3 w 48"/>
                <a:gd name="T37" fmla="*/ 331 h 401"/>
                <a:gd name="T38" fmla="*/ 4 w 48"/>
                <a:gd name="T39" fmla="*/ 289 h 401"/>
                <a:gd name="T40" fmla="*/ 4 w 48"/>
                <a:gd name="T41" fmla="*/ 250 h 401"/>
                <a:gd name="T42" fmla="*/ 4 w 48"/>
                <a:gd name="T43" fmla="*/ 153 h 401"/>
                <a:gd name="T44" fmla="*/ 4 w 48"/>
                <a:gd name="T45" fmla="*/ 11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401">
                  <a:moveTo>
                    <a:pt x="4" y="114"/>
                  </a:moveTo>
                  <a:cubicBezTo>
                    <a:pt x="4" y="100"/>
                    <a:pt x="3" y="86"/>
                    <a:pt x="3" y="72"/>
                  </a:cubicBezTo>
                  <a:cubicBezTo>
                    <a:pt x="3" y="58"/>
                    <a:pt x="2" y="45"/>
                    <a:pt x="2" y="32"/>
                  </a:cubicBezTo>
                  <a:cubicBezTo>
                    <a:pt x="1" y="20"/>
                    <a:pt x="1" y="9"/>
                    <a:pt x="0" y="0"/>
                  </a:cubicBezTo>
                  <a:cubicBezTo>
                    <a:pt x="10" y="2"/>
                    <a:pt x="18" y="3"/>
                    <a:pt x="24" y="3"/>
                  </a:cubicBezTo>
                  <a:cubicBezTo>
                    <a:pt x="30" y="3"/>
                    <a:pt x="38" y="2"/>
                    <a:pt x="48" y="0"/>
                  </a:cubicBezTo>
                  <a:cubicBezTo>
                    <a:pt x="47" y="9"/>
                    <a:pt x="47" y="20"/>
                    <a:pt x="46" y="32"/>
                  </a:cubicBezTo>
                  <a:cubicBezTo>
                    <a:pt x="45" y="45"/>
                    <a:pt x="45" y="58"/>
                    <a:pt x="44" y="72"/>
                  </a:cubicBezTo>
                  <a:cubicBezTo>
                    <a:pt x="44" y="86"/>
                    <a:pt x="44" y="100"/>
                    <a:pt x="44" y="114"/>
                  </a:cubicBezTo>
                  <a:cubicBezTo>
                    <a:pt x="43" y="128"/>
                    <a:pt x="43" y="141"/>
                    <a:pt x="43" y="153"/>
                  </a:cubicBezTo>
                  <a:cubicBezTo>
                    <a:pt x="43" y="250"/>
                    <a:pt x="43" y="250"/>
                    <a:pt x="43" y="250"/>
                  </a:cubicBezTo>
                  <a:cubicBezTo>
                    <a:pt x="43" y="262"/>
                    <a:pt x="43" y="275"/>
                    <a:pt x="44" y="289"/>
                  </a:cubicBezTo>
                  <a:cubicBezTo>
                    <a:pt x="44" y="303"/>
                    <a:pt x="44" y="317"/>
                    <a:pt x="44" y="331"/>
                  </a:cubicBezTo>
                  <a:cubicBezTo>
                    <a:pt x="45" y="345"/>
                    <a:pt x="45" y="358"/>
                    <a:pt x="46" y="370"/>
                  </a:cubicBezTo>
                  <a:cubicBezTo>
                    <a:pt x="47" y="383"/>
                    <a:pt x="47" y="393"/>
                    <a:pt x="48" y="401"/>
                  </a:cubicBezTo>
                  <a:cubicBezTo>
                    <a:pt x="40" y="401"/>
                    <a:pt x="32" y="400"/>
                    <a:pt x="24" y="400"/>
                  </a:cubicBezTo>
                  <a:cubicBezTo>
                    <a:pt x="16" y="400"/>
                    <a:pt x="8" y="401"/>
                    <a:pt x="0" y="401"/>
                  </a:cubicBezTo>
                  <a:cubicBezTo>
                    <a:pt x="1" y="393"/>
                    <a:pt x="1" y="383"/>
                    <a:pt x="2" y="370"/>
                  </a:cubicBezTo>
                  <a:cubicBezTo>
                    <a:pt x="2" y="358"/>
                    <a:pt x="3" y="345"/>
                    <a:pt x="3" y="331"/>
                  </a:cubicBezTo>
                  <a:cubicBezTo>
                    <a:pt x="3" y="317"/>
                    <a:pt x="4" y="303"/>
                    <a:pt x="4" y="289"/>
                  </a:cubicBezTo>
                  <a:cubicBezTo>
                    <a:pt x="4" y="275"/>
                    <a:pt x="4" y="262"/>
                    <a:pt x="4" y="250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4" y="141"/>
                    <a:pt x="4" y="128"/>
                    <a:pt x="4" y="1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1" name="Freeform 324"/>
            <p:cNvSpPr>
              <a:spLocks/>
            </p:cNvSpPr>
            <p:nvPr userDrawn="1"/>
          </p:nvSpPr>
          <p:spPr bwMode="auto">
            <a:xfrm>
              <a:off x="5441950" y="4862513"/>
              <a:ext cx="52388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2" name="Freeform 325"/>
            <p:cNvSpPr>
              <a:spLocks/>
            </p:cNvSpPr>
            <p:nvPr userDrawn="1"/>
          </p:nvSpPr>
          <p:spPr bwMode="auto">
            <a:xfrm>
              <a:off x="5514975" y="4886325"/>
              <a:ext cx="63500" cy="101600"/>
            </a:xfrm>
            <a:custGeom>
              <a:avLst/>
              <a:gdLst>
                <a:gd name="T0" fmla="*/ 25 w 164"/>
                <a:gd name="T1" fmla="*/ 221 h 264"/>
                <a:gd name="T2" fmla="*/ 38 w 164"/>
                <a:gd name="T3" fmla="*/ 233 h 264"/>
                <a:gd name="T4" fmla="*/ 56 w 164"/>
                <a:gd name="T5" fmla="*/ 242 h 264"/>
                <a:gd name="T6" fmla="*/ 77 w 164"/>
                <a:gd name="T7" fmla="*/ 246 h 264"/>
                <a:gd name="T8" fmla="*/ 96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8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3 w 164"/>
                <a:gd name="T27" fmla="*/ 81 h 264"/>
                <a:gd name="T28" fmla="*/ 9 w 164"/>
                <a:gd name="T29" fmla="*/ 48 h 264"/>
                <a:gd name="T30" fmla="*/ 26 w 164"/>
                <a:gd name="T31" fmla="*/ 23 h 264"/>
                <a:gd name="T32" fmla="*/ 53 w 164"/>
                <a:gd name="T33" fmla="*/ 6 h 264"/>
                <a:gd name="T34" fmla="*/ 91 w 164"/>
                <a:gd name="T35" fmla="*/ 0 h 264"/>
                <a:gd name="T36" fmla="*/ 124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7 w 164"/>
                <a:gd name="T43" fmla="*/ 53 h 264"/>
                <a:gd name="T44" fmla="*/ 130 w 164"/>
                <a:gd name="T45" fmla="*/ 53 h 264"/>
                <a:gd name="T46" fmla="*/ 114 w 164"/>
                <a:gd name="T47" fmla="*/ 30 h 264"/>
                <a:gd name="T48" fmla="*/ 84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4 w 164"/>
                <a:gd name="T55" fmla="*/ 45 h 264"/>
                <a:gd name="T56" fmla="*/ 40 w 164"/>
                <a:gd name="T57" fmla="*/ 65 h 264"/>
                <a:gd name="T58" fmla="*/ 49 w 164"/>
                <a:gd name="T59" fmla="*/ 91 h 264"/>
                <a:gd name="T60" fmla="*/ 72 w 164"/>
                <a:gd name="T61" fmla="*/ 106 h 264"/>
                <a:gd name="T62" fmla="*/ 102 w 164"/>
                <a:gd name="T63" fmla="*/ 115 h 264"/>
                <a:gd name="T64" fmla="*/ 132 w 164"/>
                <a:gd name="T65" fmla="*/ 126 h 264"/>
                <a:gd name="T66" fmla="*/ 155 w 164"/>
                <a:gd name="T67" fmla="*/ 146 h 264"/>
                <a:gd name="T68" fmla="*/ 164 w 164"/>
                <a:gd name="T69" fmla="*/ 181 h 264"/>
                <a:gd name="T70" fmla="*/ 158 w 164"/>
                <a:gd name="T71" fmla="*/ 212 h 264"/>
                <a:gd name="T72" fmla="*/ 139 w 164"/>
                <a:gd name="T73" fmla="*/ 239 h 264"/>
                <a:gd name="T74" fmla="*/ 109 w 164"/>
                <a:gd name="T75" fmla="*/ 257 h 264"/>
                <a:gd name="T76" fmla="*/ 69 w 164"/>
                <a:gd name="T77" fmla="*/ 264 h 264"/>
                <a:gd name="T78" fmla="*/ 28 w 164"/>
                <a:gd name="T79" fmla="*/ 259 h 264"/>
                <a:gd name="T80" fmla="*/ 0 w 164"/>
                <a:gd name="T81" fmla="*/ 248 h 264"/>
                <a:gd name="T82" fmla="*/ 7 w 164"/>
                <a:gd name="T83" fmla="*/ 229 h 264"/>
                <a:gd name="T84" fmla="*/ 10 w 164"/>
                <a:gd name="T85" fmla="*/ 209 h 264"/>
                <a:gd name="T86" fmla="*/ 17 w 164"/>
                <a:gd name="T87" fmla="*/ 209 h 264"/>
                <a:gd name="T88" fmla="*/ 25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5" y="221"/>
                  </a:moveTo>
                  <a:cubicBezTo>
                    <a:pt x="29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6" y="242"/>
                  </a:cubicBezTo>
                  <a:cubicBezTo>
                    <a:pt x="62" y="244"/>
                    <a:pt x="69" y="246"/>
                    <a:pt x="77" y="246"/>
                  </a:cubicBezTo>
                  <a:cubicBezTo>
                    <a:pt x="83" y="246"/>
                    <a:pt x="90" y="245"/>
                    <a:pt x="96" y="242"/>
                  </a:cubicBezTo>
                  <a:cubicBezTo>
                    <a:pt x="102" y="240"/>
                    <a:pt x="107" y="237"/>
                    <a:pt x="112" y="233"/>
                  </a:cubicBezTo>
                  <a:cubicBezTo>
                    <a:pt x="117" y="230"/>
                    <a:pt x="121" y="225"/>
                    <a:pt x="123" y="219"/>
                  </a:cubicBezTo>
                  <a:cubicBezTo>
                    <a:pt x="126" y="212"/>
                    <a:pt x="128" y="206"/>
                    <a:pt x="128" y="198"/>
                  </a:cubicBezTo>
                  <a:cubicBezTo>
                    <a:pt x="128" y="187"/>
                    <a:pt x="125" y="178"/>
                    <a:pt x="118" y="172"/>
                  </a:cubicBezTo>
                  <a:cubicBezTo>
                    <a:pt x="112" y="167"/>
                    <a:pt x="105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6" y="131"/>
                    <a:pt x="18" y="124"/>
                    <a:pt x="12" y="116"/>
                  </a:cubicBezTo>
                  <a:cubicBezTo>
                    <a:pt x="6" y="107"/>
                    <a:pt x="3" y="96"/>
                    <a:pt x="3" y="81"/>
                  </a:cubicBezTo>
                  <a:cubicBezTo>
                    <a:pt x="3" y="69"/>
                    <a:pt x="5" y="58"/>
                    <a:pt x="9" y="48"/>
                  </a:cubicBezTo>
                  <a:cubicBezTo>
                    <a:pt x="13" y="39"/>
                    <a:pt x="18" y="30"/>
                    <a:pt x="26" y="23"/>
                  </a:cubicBezTo>
                  <a:cubicBezTo>
                    <a:pt x="33" y="16"/>
                    <a:pt x="42" y="11"/>
                    <a:pt x="53" y="6"/>
                  </a:cubicBezTo>
                  <a:cubicBezTo>
                    <a:pt x="64" y="2"/>
                    <a:pt x="77" y="0"/>
                    <a:pt x="91" y="0"/>
                  </a:cubicBezTo>
                  <a:cubicBezTo>
                    <a:pt x="104" y="0"/>
                    <a:pt x="115" y="2"/>
                    <a:pt x="124" y="6"/>
                  </a:cubicBezTo>
                  <a:cubicBezTo>
                    <a:pt x="133" y="9"/>
                    <a:pt x="141" y="13"/>
                    <a:pt x="149" y="15"/>
                  </a:cubicBezTo>
                  <a:cubicBezTo>
                    <a:pt x="147" y="21"/>
                    <a:pt x="144" y="27"/>
                    <a:pt x="141" y="35"/>
                  </a:cubicBezTo>
                  <a:cubicBezTo>
                    <a:pt x="139" y="43"/>
                    <a:pt x="137" y="49"/>
                    <a:pt x="137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2" y="37"/>
                    <a:pt x="114" y="30"/>
                  </a:cubicBezTo>
                  <a:cubicBezTo>
                    <a:pt x="106" y="24"/>
                    <a:pt x="96" y="20"/>
                    <a:pt x="84" y="20"/>
                  </a:cubicBezTo>
                  <a:cubicBezTo>
                    <a:pt x="79" y="20"/>
                    <a:pt x="74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50" y="34"/>
                    <a:pt x="47" y="39"/>
                    <a:pt x="44" y="45"/>
                  </a:cubicBezTo>
                  <a:cubicBezTo>
                    <a:pt x="41" y="50"/>
                    <a:pt x="40" y="57"/>
                    <a:pt x="40" y="65"/>
                  </a:cubicBezTo>
                  <a:cubicBezTo>
                    <a:pt x="40" y="76"/>
                    <a:pt x="43" y="85"/>
                    <a:pt x="49" y="91"/>
                  </a:cubicBezTo>
                  <a:cubicBezTo>
                    <a:pt x="55" y="98"/>
                    <a:pt x="63" y="102"/>
                    <a:pt x="72" y="106"/>
                  </a:cubicBezTo>
                  <a:cubicBezTo>
                    <a:pt x="81" y="109"/>
                    <a:pt x="91" y="113"/>
                    <a:pt x="102" y="115"/>
                  </a:cubicBezTo>
                  <a:cubicBezTo>
                    <a:pt x="113" y="118"/>
                    <a:pt x="123" y="122"/>
                    <a:pt x="132" y="126"/>
                  </a:cubicBezTo>
                  <a:cubicBezTo>
                    <a:pt x="141" y="131"/>
                    <a:pt x="149" y="138"/>
                    <a:pt x="155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2" y="202"/>
                    <a:pt x="158" y="212"/>
                  </a:cubicBezTo>
                  <a:cubicBezTo>
                    <a:pt x="153" y="222"/>
                    <a:pt x="147" y="231"/>
                    <a:pt x="139" y="239"/>
                  </a:cubicBezTo>
                  <a:cubicBezTo>
                    <a:pt x="130" y="247"/>
                    <a:pt x="120" y="253"/>
                    <a:pt x="109" y="257"/>
                  </a:cubicBezTo>
                  <a:cubicBezTo>
                    <a:pt x="97" y="262"/>
                    <a:pt x="84" y="264"/>
                    <a:pt x="69" y="264"/>
                  </a:cubicBezTo>
                  <a:cubicBezTo>
                    <a:pt x="53" y="264"/>
                    <a:pt x="39" y="262"/>
                    <a:pt x="28" y="259"/>
                  </a:cubicBezTo>
                  <a:cubicBezTo>
                    <a:pt x="17" y="256"/>
                    <a:pt x="8" y="252"/>
                    <a:pt x="0" y="248"/>
                  </a:cubicBezTo>
                  <a:cubicBezTo>
                    <a:pt x="3" y="243"/>
                    <a:pt x="5" y="237"/>
                    <a:pt x="7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7" y="209"/>
                    <a:pt x="17" y="209"/>
                    <a:pt x="17" y="209"/>
                  </a:cubicBezTo>
                  <a:cubicBezTo>
                    <a:pt x="19" y="212"/>
                    <a:pt x="21" y="216"/>
                    <a:pt x="25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3" name="Rectangle 326"/>
            <p:cNvSpPr>
              <a:spLocks noChangeArrowheads="1"/>
            </p:cNvSpPr>
            <p:nvPr userDrawn="1"/>
          </p:nvSpPr>
          <p:spPr bwMode="auto">
            <a:xfrm>
              <a:off x="2746375" y="4645025"/>
              <a:ext cx="19050" cy="528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4" name="Freeform 327"/>
            <p:cNvSpPr>
              <a:spLocks noEditPoints="1"/>
            </p:cNvSpPr>
            <p:nvPr userDrawn="1"/>
          </p:nvSpPr>
          <p:spPr bwMode="auto">
            <a:xfrm>
              <a:off x="898525" y="4786313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5" name="Freeform 328"/>
            <p:cNvSpPr>
              <a:spLocks noEditPoints="1"/>
            </p:cNvSpPr>
            <p:nvPr userDrawn="1"/>
          </p:nvSpPr>
          <p:spPr bwMode="auto">
            <a:xfrm>
              <a:off x="1127125" y="4645025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6" name="Freeform 329"/>
            <p:cNvSpPr>
              <a:spLocks/>
            </p:cNvSpPr>
            <p:nvPr userDrawn="1"/>
          </p:nvSpPr>
          <p:spPr bwMode="auto">
            <a:xfrm>
              <a:off x="1393825" y="4789488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7" name="Freeform 330"/>
            <p:cNvSpPr>
              <a:spLocks/>
            </p:cNvSpPr>
            <p:nvPr userDrawn="1"/>
          </p:nvSpPr>
          <p:spPr bwMode="auto">
            <a:xfrm>
              <a:off x="1857375" y="4786313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8" name="Freeform 331"/>
            <p:cNvSpPr>
              <a:spLocks/>
            </p:cNvSpPr>
            <p:nvPr userDrawn="1"/>
          </p:nvSpPr>
          <p:spPr bwMode="auto">
            <a:xfrm>
              <a:off x="2105025" y="4786313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9" name="Freeform 332"/>
            <p:cNvSpPr>
              <a:spLocks/>
            </p:cNvSpPr>
            <p:nvPr userDrawn="1"/>
          </p:nvSpPr>
          <p:spPr bwMode="auto">
            <a:xfrm>
              <a:off x="2344738" y="4789488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80" name="Freeform 333"/>
            <p:cNvSpPr>
              <a:spLocks noEditPoints="1"/>
            </p:cNvSpPr>
            <p:nvPr userDrawn="1"/>
          </p:nvSpPr>
          <p:spPr bwMode="auto">
            <a:xfrm>
              <a:off x="1593850" y="4789488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482647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98812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81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43941" y="1970899"/>
            <a:ext cx="8669656" cy="410369"/>
          </a:xfrm>
        </p:spPr>
        <p:txBody>
          <a:bodyPr/>
          <a:lstStyle>
            <a:lvl1pPr>
              <a:spcBef>
                <a:spcPts val="1000"/>
              </a:spcBef>
              <a:spcAft>
                <a:spcPts val="200"/>
              </a:spcAft>
              <a:defRPr sz="1300" cap="all" baseline="0"/>
            </a:lvl1pPr>
            <a:lvl2pPr>
              <a:spcBef>
                <a:spcPts val="400"/>
              </a:spcBef>
              <a:spcAft>
                <a:spcPts val="400"/>
              </a:spcAft>
              <a:defRPr sz="1300" cap="all" baseline="0"/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898524" y="1010148"/>
            <a:ext cx="9250043" cy="230832"/>
          </a:xfrm>
        </p:spPr>
        <p:txBody>
          <a:bodyPr anchor="b"/>
          <a:lstStyle>
            <a:lvl1pPr algn="l">
              <a:lnSpc>
                <a:spcPts val="1800"/>
              </a:lnSpc>
              <a:defRPr cap="all" baseline="0"/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579120"/>
            <a:ext cx="540000" cy="6982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0260378" y="7177874"/>
            <a:ext cx="433022" cy="251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fld id="{E72B118C-3814-48BB-8A3F-55DE67AF37CA}" type="slidenum">
              <a:rPr lang="en-GB" sz="1100" noProof="0" smtClean="0">
                <a:solidFill>
                  <a:schemeClr val="accent1"/>
                </a:solidFill>
                <a:latin typeface="Calibri"/>
                <a:sym typeface="Calibri"/>
              </a:rPr>
              <a:t>‹N°›</a:t>
            </a:fld>
            <a:endParaRPr lang="en-GB" sz="1100" noProof="0" dirty="0">
              <a:solidFill>
                <a:schemeClr val="accent1"/>
              </a:solidFill>
              <a:latin typeface="Calibri"/>
              <a:sym typeface="Calibri"/>
            </a:endParaRPr>
          </a:p>
        </p:txBody>
      </p:sp>
      <p:cxnSp>
        <p:nvCxnSpPr>
          <p:cNvPr id="15" name="Straight Connector 11"/>
          <p:cNvCxnSpPr/>
          <p:nvPr userDrawn="1"/>
        </p:nvCxnSpPr>
        <p:spPr>
          <a:xfrm>
            <a:off x="10152000" y="7177873"/>
            <a:ext cx="0" cy="25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 userDrawn="1"/>
        </p:nvGrpSpPr>
        <p:grpSpPr>
          <a:xfrm>
            <a:off x="9237049" y="7175969"/>
            <a:ext cx="802163" cy="252000"/>
            <a:chOff x="3208274" y="2782563"/>
            <a:chExt cx="1682751" cy="528638"/>
          </a:xfrm>
        </p:grpSpPr>
        <p:sp>
          <p:nvSpPr>
            <p:cNvPr id="18" name="Freeform 327"/>
            <p:cNvSpPr>
              <a:spLocks noEditPoints="1"/>
            </p:cNvSpPr>
            <p:nvPr userDrawn="1"/>
          </p:nvSpPr>
          <p:spPr bwMode="auto">
            <a:xfrm>
              <a:off x="3208274" y="2923851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328"/>
            <p:cNvSpPr>
              <a:spLocks noEditPoints="1"/>
            </p:cNvSpPr>
            <p:nvPr userDrawn="1"/>
          </p:nvSpPr>
          <p:spPr bwMode="auto">
            <a:xfrm>
              <a:off x="3436874" y="2782563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329"/>
            <p:cNvSpPr>
              <a:spLocks/>
            </p:cNvSpPr>
            <p:nvPr userDrawn="1"/>
          </p:nvSpPr>
          <p:spPr bwMode="auto">
            <a:xfrm>
              <a:off x="3703574" y="2927026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330"/>
            <p:cNvSpPr>
              <a:spLocks/>
            </p:cNvSpPr>
            <p:nvPr userDrawn="1"/>
          </p:nvSpPr>
          <p:spPr bwMode="auto">
            <a:xfrm>
              <a:off x="4167124" y="2923851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331"/>
            <p:cNvSpPr>
              <a:spLocks/>
            </p:cNvSpPr>
            <p:nvPr userDrawn="1"/>
          </p:nvSpPr>
          <p:spPr bwMode="auto">
            <a:xfrm>
              <a:off x="4414774" y="2923851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Freeform 332"/>
            <p:cNvSpPr>
              <a:spLocks/>
            </p:cNvSpPr>
            <p:nvPr userDrawn="1"/>
          </p:nvSpPr>
          <p:spPr bwMode="auto">
            <a:xfrm>
              <a:off x="4654487" y="2927026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333"/>
            <p:cNvSpPr>
              <a:spLocks noEditPoints="1"/>
            </p:cNvSpPr>
            <p:nvPr userDrawn="1"/>
          </p:nvSpPr>
          <p:spPr bwMode="auto">
            <a:xfrm>
              <a:off x="3903599" y="2927026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cxnSp>
        <p:nvCxnSpPr>
          <p:cNvPr id="25" name="Connecteur droit 48"/>
          <p:cNvCxnSpPr/>
          <p:nvPr userDrawn="1"/>
        </p:nvCxnSpPr>
        <p:spPr>
          <a:xfrm flipH="1">
            <a:off x="544671" y="1330980"/>
            <a:ext cx="10148729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03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0529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91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898524" y="1010148"/>
            <a:ext cx="9250043" cy="230832"/>
          </a:xfrm>
        </p:spPr>
        <p:txBody>
          <a:bodyPr anchor="b"/>
          <a:lstStyle>
            <a:lvl1pPr algn="l">
              <a:lnSpc>
                <a:spcPts val="1800"/>
              </a:lnSpc>
              <a:defRPr cap="all" baseline="0"/>
            </a:lvl1pPr>
          </a:lstStyle>
          <a:p>
            <a:r>
              <a:rPr lang="en-GB" noProof="0" dirty="0"/>
              <a:t>AGENDA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579120"/>
            <a:ext cx="540000" cy="6982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0260378" y="7177874"/>
            <a:ext cx="433022" cy="251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fld id="{E72B118C-3814-48BB-8A3F-55DE67AF37CA}" type="slidenum">
              <a:rPr lang="en-GB" sz="1100" noProof="0" smtClean="0">
                <a:solidFill>
                  <a:schemeClr val="accent1"/>
                </a:solidFill>
                <a:latin typeface="Calibri"/>
                <a:sym typeface="Calibri"/>
              </a:rPr>
              <a:t>‹N°›</a:t>
            </a:fld>
            <a:endParaRPr lang="en-GB" sz="1100" noProof="0" dirty="0">
              <a:solidFill>
                <a:schemeClr val="accent1"/>
              </a:solidFill>
              <a:latin typeface="Calibri"/>
              <a:sym typeface="Calibri"/>
            </a:endParaRPr>
          </a:p>
        </p:txBody>
      </p:sp>
      <p:cxnSp>
        <p:nvCxnSpPr>
          <p:cNvPr id="15" name="Straight Connector 11"/>
          <p:cNvCxnSpPr/>
          <p:nvPr userDrawn="1"/>
        </p:nvCxnSpPr>
        <p:spPr>
          <a:xfrm>
            <a:off x="10152000" y="7177873"/>
            <a:ext cx="0" cy="25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 userDrawn="1"/>
        </p:nvGrpSpPr>
        <p:grpSpPr>
          <a:xfrm>
            <a:off x="9237049" y="7175969"/>
            <a:ext cx="802163" cy="252000"/>
            <a:chOff x="3208274" y="2782563"/>
            <a:chExt cx="1682751" cy="528638"/>
          </a:xfrm>
        </p:grpSpPr>
        <p:sp>
          <p:nvSpPr>
            <p:cNvPr id="18" name="Freeform 327"/>
            <p:cNvSpPr>
              <a:spLocks noEditPoints="1"/>
            </p:cNvSpPr>
            <p:nvPr userDrawn="1"/>
          </p:nvSpPr>
          <p:spPr bwMode="auto">
            <a:xfrm>
              <a:off x="3208274" y="2923851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328"/>
            <p:cNvSpPr>
              <a:spLocks noEditPoints="1"/>
            </p:cNvSpPr>
            <p:nvPr userDrawn="1"/>
          </p:nvSpPr>
          <p:spPr bwMode="auto">
            <a:xfrm>
              <a:off x="3436874" y="2782563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329"/>
            <p:cNvSpPr>
              <a:spLocks/>
            </p:cNvSpPr>
            <p:nvPr userDrawn="1"/>
          </p:nvSpPr>
          <p:spPr bwMode="auto">
            <a:xfrm>
              <a:off x="3703574" y="2927026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330"/>
            <p:cNvSpPr>
              <a:spLocks/>
            </p:cNvSpPr>
            <p:nvPr userDrawn="1"/>
          </p:nvSpPr>
          <p:spPr bwMode="auto">
            <a:xfrm>
              <a:off x="4167124" y="2923851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331"/>
            <p:cNvSpPr>
              <a:spLocks/>
            </p:cNvSpPr>
            <p:nvPr userDrawn="1"/>
          </p:nvSpPr>
          <p:spPr bwMode="auto">
            <a:xfrm>
              <a:off x="4414774" y="2923851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Freeform 332"/>
            <p:cNvSpPr>
              <a:spLocks/>
            </p:cNvSpPr>
            <p:nvPr userDrawn="1"/>
          </p:nvSpPr>
          <p:spPr bwMode="auto">
            <a:xfrm>
              <a:off x="4654487" y="2927026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333"/>
            <p:cNvSpPr>
              <a:spLocks noEditPoints="1"/>
            </p:cNvSpPr>
            <p:nvPr userDrawn="1"/>
          </p:nvSpPr>
          <p:spPr bwMode="auto">
            <a:xfrm>
              <a:off x="3903599" y="2927026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cxnSp>
        <p:nvCxnSpPr>
          <p:cNvPr id="25" name="Connecteur droit 48"/>
          <p:cNvCxnSpPr/>
          <p:nvPr userDrawn="1"/>
        </p:nvCxnSpPr>
        <p:spPr>
          <a:xfrm flipH="1">
            <a:off x="544671" y="1330980"/>
            <a:ext cx="10148729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64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0035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85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98524" y="554399"/>
            <a:ext cx="9250043" cy="24365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77433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05039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7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898525" y="1234800"/>
            <a:ext cx="9250042" cy="192360"/>
          </a:xfrm>
        </p:spPr>
        <p:txBody>
          <a:bodyPr/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400" b="0">
                <a:solidFill>
                  <a:schemeClr val="accent3"/>
                </a:solidFill>
                <a:latin typeface="+mj-lt"/>
              </a:defRPr>
            </a:lvl1pPr>
            <a:lvl2pPr marL="187200" indent="0">
              <a:buNone/>
              <a:defRPr/>
            </a:lvl2pPr>
          </a:lstStyle>
          <a:p>
            <a:pPr lvl="0"/>
            <a:r>
              <a:rPr lang="en-GB" noProof="0" dirty="0"/>
              <a:t>Click to add subtitle</a:t>
            </a:r>
          </a:p>
        </p:txBody>
      </p:sp>
      <p:grpSp>
        <p:nvGrpSpPr>
          <p:cNvPr id="17" name="Guides" hidden="1"/>
          <p:cNvGrpSpPr/>
          <p:nvPr userDrawn="1"/>
        </p:nvGrpSpPr>
        <p:grpSpPr>
          <a:xfrm>
            <a:off x="-240776" y="-229920"/>
            <a:ext cx="11185642" cy="8040127"/>
            <a:chOff x="-240776" y="-229920"/>
            <a:chExt cx="11185642" cy="8040127"/>
          </a:xfrm>
        </p:grpSpPr>
        <p:grpSp>
          <p:nvGrpSpPr>
            <p:cNvPr id="18" name="Group 17"/>
            <p:cNvGrpSpPr/>
            <p:nvPr/>
          </p:nvGrpSpPr>
          <p:grpSpPr>
            <a:xfrm>
              <a:off x="899348" y="-229920"/>
              <a:ext cx="9252749" cy="108000"/>
              <a:chOff x="899348" y="-49636"/>
              <a:chExt cx="9252749" cy="36000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/>
            <p:cNvGrpSpPr/>
            <p:nvPr/>
          </p:nvGrpSpPr>
          <p:grpSpPr>
            <a:xfrm>
              <a:off x="10836866" y="1967667"/>
              <a:ext cx="108000" cy="4680272"/>
              <a:chOff x="10709019" y="1967667"/>
              <a:chExt cx="36000" cy="4680272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 rot="16200000" flipH="1" flipV="1">
                <a:off x="10727019" y="1949667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16200000" flipH="1" flipV="1">
                <a:off x="10727019" y="6629939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/>
            <p:cNvGrpSpPr/>
            <p:nvPr/>
          </p:nvGrpSpPr>
          <p:grpSpPr>
            <a:xfrm>
              <a:off x="899348" y="7702207"/>
              <a:ext cx="9252749" cy="108000"/>
              <a:chOff x="899348" y="-49636"/>
              <a:chExt cx="9252749" cy="36000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-240776" y="1967667"/>
              <a:ext cx="108000" cy="4680272"/>
              <a:chOff x="10709019" y="1967667"/>
              <a:chExt cx="36000" cy="4680272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 rot="16200000" flipH="1" flipV="1">
                <a:off x="10727019" y="1949667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rot="16200000" flipH="1" flipV="1">
                <a:off x="10727019" y="6629939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83145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ullets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909659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6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898524" y="1800000"/>
            <a:ext cx="9250043" cy="114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02358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Bullets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278659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84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898524" y="1800000"/>
            <a:ext cx="9250043" cy="114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900000" y="1234800"/>
            <a:ext cx="9253222" cy="192360"/>
          </a:xfrm>
        </p:spPr>
        <p:txBody>
          <a:bodyPr/>
          <a:lstStyle>
            <a:lvl1pPr marL="0" marR="0" indent="0" algn="l" defTabSz="1043056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699FC0"/>
              </a:buClr>
              <a:buSzPct val="100000"/>
              <a:buFont typeface="Wingdings 3" pitchFamily="18" charset="2"/>
              <a:buNone/>
              <a:tabLst/>
              <a:defRPr sz="1400" b="0">
                <a:solidFill>
                  <a:schemeClr val="accent3"/>
                </a:solidFill>
                <a:latin typeface="+mj-lt"/>
              </a:defRPr>
            </a:lvl1pPr>
            <a:lvl2pPr marL="187200" indent="0">
              <a:buNone/>
              <a:defRPr/>
            </a:lvl2pPr>
          </a:lstStyle>
          <a:p>
            <a:pPr marL="0" marR="0" lvl="0" indent="0" algn="l" defTabSz="1043056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699FC0"/>
              </a:buClr>
              <a:buSzPct val="100000"/>
              <a:buFont typeface="Wingdings 3" pitchFamily="18" charset="2"/>
              <a:buNone/>
              <a:tabLst/>
              <a:defRPr/>
            </a:pPr>
            <a:r>
              <a:rPr lang="en-GB" noProof="0" dirty="0"/>
              <a:t>Click to add subtitle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10860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781722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70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85" y="1152060"/>
            <a:ext cx="10058400" cy="5098472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754813" y="2712555"/>
            <a:ext cx="222234" cy="6686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0"/>
          </p:nvPr>
        </p:nvSpPr>
        <p:spPr>
          <a:xfrm>
            <a:off x="3206115" y="3591521"/>
            <a:ext cx="4682109" cy="24622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accent1"/>
                </a:solidFill>
                <a:latin typeface="+mn-lt"/>
              </a:defRPr>
            </a:lvl1pPr>
            <a:lvl2pPr marL="187200" indent="0">
              <a:buNone/>
              <a:defRPr/>
            </a:lvl2pPr>
            <a:lvl3pPr marL="367200" indent="0">
              <a:buNone/>
              <a:defRPr/>
            </a:lvl3pPr>
            <a:lvl4pPr marL="548550" indent="0">
              <a:buNone/>
              <a:defRPr/>
            </a:lvl4pPr>
            <a:lvl5pPr marL="727075" indent="0">
              <a:buNone/>
              <a:defRPr/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0153400" y="7021263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12" name="Rectangle 11"/>
          <p:cNvSpPr/>
          <p:nvPr userDrawn="1"/>
        </p:nvSpPr>
        <p:spPr>
          <a:xfrm rot="16200000">
            <a:off x="4786902" y="2234363"/>
            <a:ext cx="540000" cy="1011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3208274" y="2782563"/>
            <a:ext cx="4679950" cy="528638"/>
            <a:chOff x="898525" y="4645025"/>
            <a:chExt cx="4679950" cy="528638"/>
          </a:xfrm>
        </p:grpSpPr>
        <p:sp>
          <p:nvSpPr>
            <p:cNvPr id="46" name="Freeform 302"/>
            <p:cNvSpPr>
              <a:spLocks noEditPoints="1"/>
            </p:cNvSpPr>
            <p:nvPr userDrawn="1"/>
          </p:nvSpPr>
          <p:spPr bwMode="auto">
            <a:xfrm>
              <a:off x="2944813" y="4845050"/>
              <a:ext cx="130175" cy="141288"/>
            </a:xfrm>
            <a:custGeom>
              <a:avLst/>
              <a:gdLst>
                <a:gd name="T0" fmla="*/ 51 w 336"/>
                <a:gd name="T1" fmla="*/ 341 h 365"/>
                <a:gd name="T2" fmla="*/ 81 w 336"/>
                <a:gd name="T3" fmla="*/ 346 h 365"/>
                <a:gd name="T4" fmla="*/ 121 w 336"/>
                <a:gd name="T5" fmla="*/ 347 h 365"/>
                <a:gd name="T6" fmla="*/ 179 w 336"/>
                <a:gd name="T7" fmla="*/ 340 h 365"/>
                <a:gd name="T8" fmla="*/ 231 w 336"/>
                <a:gd name="T9" fmla="*/ 314 h 365"/>
                <a:gd name="T10" fmla="*/ 269 w 336"/>
                <a:gd name="T11" fmla="*/ 262 h 365"/>
                <a:gd name="T12" fmla="*/ 284 w 336"/>
                <a:gd name="T13" fmla="*/ 176 h 365"/>
                <a:gd name="T14" fmla="*/ 272 w 336"/>
                <a:gd name="T15" fmla="*/ 100 h 365"/>
                <a:gd name="T16" fmla="*/ 241 w 336"/>
                <a:gd name="T17" fmla="*/ 53 h 365"/>
                <a:gd name="T18" fmla="*/ 193 w 336"/>
                <a:gd name="T19" fmla="*/ 29 h 365"/>
                <a:gd name="T20" fmla="*/ 133 w 336"/>
                <a:gd name="T21" fmla="*/ 23 h 365"/>
                <a:gd name="T22" fmla="*/ 88 w 336"/>
                <a:gd name="T23" fmla="*/ 24 h 365"/>
                <a:gd name="T24" fmla="*/ 51 w 336"/>
                <a:gd name="T25" fmla="*/ 28 h 365"/>
                <a:gd name="T26" fmla="*/ 48 w 336"/>
                <a:gd name="T27" fmla="*/ 81 h 365"/>
                <a:gd name="T28" fmla="*/ 48 w 336"/>
                <a:gd name="T29" fmla="*/ 138 h 365"/>
                <a:gd name="T30" fmla="*/ 48 w 336"/>
                <a:gd name="T31" fmla="*/ 229 h 365"/>
                <a:gd name="T32" fmla="*/ 51 w 336"/>
                <a:gd name="T33" fmla="*/ 341 h 365"/>
                <a:gd name="T34" fmla="*/ 3 w 336"/>
                <a:gd name="T35" fmla="*/ 69 h 365"/>
                <a:gd name="T36" fmla="*/ 0 w 336"/>
                <a:gd name="T37" fmla="*/ 0 h 365"/>
                <a:gd name="T38" fmla="*/ 40 w 336"/>
                <a:gd name="T39" fmla="*/ 2 h 365"/>
                <a:gd name="T40" fmla="*/ 80 w 336"/>
                <a:gd name="T41" fmla="*/ 3 h 365"/>
                <a:gd name="T42" fmla="*/ 121 w 336"/>
                <a:gd name="T43" fmla="*/ 1 h 365"/>
                <a:gd name="T44" fmla="*/ 161 w 336"/>
                <a:gd name="T45" fmla="*/ 0 h 365"/>
                <a:gd name="T46" fmla="*/ 241 w 336"/>
                <a:gd name="T47" fmla="*/ 12 h 365"/>
                <a:gd name="T48" fmla="*/ 295 w 336"/>
                <a:gd name="T49" fmla="*/ 47 h 365"/>
                <a:gd name="T50" fmla="*/ 326 w 336"/>
                <a:gd name="T51" fmla="*/ 102 h 365"/>
                <a:gd name="T52" fmla="*/ 336 w 336"/>
                <a:gd name="T53" fmla="*/ 176 h 365"/>
                <a:gd name="T54" fmla="*/ 318 w 336"/>
                <a:gd name="T55" fmla="*/ 265 h 365"/>
                <a:gd name="T56" fmla="*/ 271 w 336"/>
                <a:gd name="T57" fmla="*/ 324 h 365"/>
                <a:gd name="T58" fmla="*/ 208 w 336"/>
                <a:gd name="T59" fmla="*/ 356 h 365"/>
                <a:gd name="T60" fmla="*/ 143 w 336"/>
                <a:gd name="T61" fmla="*/ 365 h 365"/>
                <a:gd name="T62" fmla="*/ 107 w 336"/>
                <a:gd name="T63" fmla="*/ 365 h 365"/>
                <a:gd name="T64" fmla="*/ 71 w 336"/>
                <a:gd name="T65" fmla="*/ 364 h 365"/>
                <a:gd name="T66" fmla="*/ 36 w 336"/>
                <a:gd name="T67" fmla="*/ 364 h 365"/>
                <a:gd name="T68" fmla="*/ 0 w 336"/>
                <a:gd name="T69" fmla="*/ 365 h 365"/>
                <a:gd name="T70" fmla="*/ 3 w 336"/>
                <a:gd name="T71" fmla="*/ 298 h 365"/>
                <a:gd name="T72" fmla="*/ 4 w 336"/>
                <a:gd name="T73" fmla="*/ 229 h 365"/>
                <a:gd name="T74" fmla="*/ 4 w 336"/>
                <a:gd name="T75" fmla="*/ 138 h 365"/>
                <a:gd name="T76" fmla="*/ 3 w 336"/>
                <a:gd name="T7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6" h="365">
                  <a:moveTo>
                    <a:pt x="51" y="341"/>
                  </a:moveTo>
                  <a:cubicBezTo>
                    <a:pt x="58" y="343"/>
                    <a:pt x="68" y="345"/>
                    <a:pt x="81" y="346"/>
                  </a:cubicBezTo>
                  <a:cubicBezTo>
                    <a:pt x="94" y="346"/>
                    <a:pt x="107" y="347"/>
                    <a:pt x="121" y="347"/>
                  </a:cubicBezTo>
                  <a:cubicBezTo>
                    <a:pt x="140" y="347"/>
                    <a:pt x="160" y="345"/>
                    <a:pt x="179" y="340"/>
                  </a:cubicBezTo>
                  <a:cubicBezTo>
                    <a:pt x="199" y="335"/>
                    <a:pt x="216" y="327"/>
                    <a:pt x="231" y="314"/>
                  </a:cubicBezTo>
                  <a:cubicBezTo>
                    <a:pt x="247" y="301"/>
                    <a:pt x="259" y="284"/>
                    <a:pt x="269" y="262"/>
                  </a:cubicBezTo>
                  <a:cubicBezTo>
                    <a:pt x="279" y="240"/>
                    <a:pt x="284" y="211"/>
                    <a:pt x="284" y="176"/>
                  </a:cubicBezTo>
                  <a:cubicBezTo>
                    <a:pt x="284" y="145"/>
                    <a:pt x="280" y="120"/>
                    <a:pt x="272" y="100"/>
                  </a:cubicBezTo>
                  <a:cubicBezTo>
                    <a:pt x="265" y="80"/>
                    <a:pt x="254" y="65"/>
                    <a:pt x="241" y="53"/>
                  </a:cubicBezTo>
                  <a:cubicBezTo>
                    <a:pt x="228" y="42"/>
                    <a:pt x="212" y="34"/>
                    <a:pt x="193" y="29"/>
                  </a:cubicBezTo>
                  <a:cubicBezTo>
                    <a:pt x="175" y="25"/>
                    <a:pt x="155" y="23"/>
                    <a:pt x="133" y="23"/>
                  </a:cubicBezTo>
                  <a:cubicBezTo>
                    <a:pt x="117" y="23"/>
                    <a:pt x="102" y="23"/>
                    <a:pt x="88" y="24"/>
                  </a:cubicBezTo>
                  <a:cubicBezTo>
                    <a:pt x="74" y="25"/>
                    <a:pt x="62" y="26"/>
                    <a:pt x="51" y="28"/>
                  </a:cubicBezTo>
                  <a:cubicBezTo>
                    <a:pt x="50" y="45"/>
                    <a:pt x="49" y="63"/>
                    <a:pt x="48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67"/>
                    <a:pt x="49" y="305"/>
                    <a:pt x="51" y="34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4" y="1"/>
                    <a:pt x="27" y="1"/>
                    <a:pt x="40" y="2"/>
                  </a:cubicBezTo>
                  <a:cubicBezTo>
                    <a:pt x="54" y="2"/>
                    <a:pt x="67" y="3"/>
                    <a:pt x="80" y="3"/>
                  </a:cubicBezTo>
                  <a:cubicBezTo>
                    <a:pt x="94" y="3"/>
                    <a:pt x="107" y="2"/>
                    <a:pt x="121" y="1"/>
                  </a:cubicBezTo>
                  <a:cubicBezTo>
                    <a:pt x="134" y="0"/>
                    <a:pt x="147" y="0"/>
                    <a:pt x="161" y="0"/>
                  </a:cubicBezTo>
                  <a:cubicBezTo>
                    <a:pt x="192" y="0"/>
                    <a:pt x="219" y="4"/>
                    <a:pt x="241" y="12"/>
                  </a:cubicBezTo>
                  <a:cubicBezTo>
                    <a:pt x="263" y="20"/>
                    <a:pt x="281" y="32"/>
                    <a:pt x="295" y="47"/>
                  </a:cubicBezTo>
                  <a:cubicBezTo>
                    <a:pt x="309" y="62"/>
                    <a:pt x="320" y="81"/>
                    <a:pt x="326" y="102"/>
                  </a:cubicBezTo>
                  <a:cubicBezTo>
                    <a:pt x="333" y="124"/>
                    <a:pt x="336" y="149"/>
                    <a:pt x="336" y="176"/>
                  </a:cubicBezTo>
                  <a:cubicBezTo>
                    <a:pt x="336" y="211"/>
                    <a:pt x="330" y="241"/>
                    <a:pt x="318" y="265"/>
                  </a:cubicBezTo>
                  <a:cubicBezTo>
                    <a:pt x="306" y="290"/>
                    <a:pt x="290" y="309"/>
                    <a:pt x="271" y="324"/>
                  </a:cubicBezTo>
                  <a:cubicBezTo>
                    <a:pt x="252" y="339"/>
                    <a:pt x="231" y="350"/>
                    <a:pt x="208" y="356"/>
                  </a:cubicBezTo>
                  <a:cubicBezTo>
                    <a:pt x="185" y="362"/>
                    <a:pt x="164" y="365"/>
                    <a:pt x="143" y="365"/>
                  </a:cubicBezTo>
                  <a:cubicBezTo>
                    <a:pt x="131" y="365"/>
                    <a:pt x="119" y="365"/>
                    <a:pt x="107" y="365"/>
                  </a:cubicBezTo>
                  <a:cubicBezTo>
                    <a:pt x="95" y="364"/>
                    <a:pt x="83" y="364"/>
                    <a:pt x="71" y="364"/>
                  </a:cubicBezTo>
                  <a:cubicBezTo>
                    <a:pt x="59" y="364"/>
                    <a:pt x="47" y="364"/>
                    <a:pt x="36" y="364"/>
                  </a:cubicBezTo>
                  <a:cubicBezTo>
                    <a:pt x="24" y="364"/>
                    <a:pt x="12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4" y="252"/>
                    <a:pt x="4" y="229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7" name="Freeform 303"/>
            <p:cNvSpPr>
              <a:spLocks/>
            </p:cNvSpPr>
            <p:nvPr userDrawn="1"/>
          </p:nvSpPr>
          <p:spPr bwMode="auto">
            <a:xfrm>
              <a:off x="3114675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2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0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7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29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5" y="8"/>
                    <a:pt x="29" y="8"/>
                    <a:pt x="32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0" y="50"/>
                    <a:pt x="40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304"/>
            <p:cNvSpPr>
              <a:spLocks noEditPoints="1"/>
            </p:cNvSpPr>
            <p:nvPr userDrawn="1"/>
          </p:nvSpPr>
          <p:spPr bwMode="auto">
            <a:xfrm>
              <a:off x="3197225" y="4843463"/>
              <a:ext cx="20638" cy="142875"/>
            </a:xfrm>
            <a:custGeom>
              <a:avLst/>
              <a:gdLst>
                <a:gd name="T0" fmla="*/ 6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0 w 54"/>
                <a:gd name="T7" fmla="*/ 119 h 372"/>
                <a:gd name="T8" fmla="*/ 47 w 54"/>
                <a:gd name="T9" fmla="*/ 169 h 372"/>
                <a:gd name="T10" fmla="*/ 46 w 54"/>
                <a:gd name="T11" fmla="*/ 219 h 372"/>
                <a:gd name="T12" fmla="*/ 46 w 54"/>
                <a:gd name="T13" fmla="*/ 274 h 372"/>
                <a:gd name="T14" fmla="*/ 47 w 54"/>
                <a:gd name="T15" fmla="*/ 324 h 372"/>
                <a:gd name="T16" fmla="*/ 50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6 w 54"/>
                <a:gd name="T23" fmla="*/ 324 h 372"/>
                <a:gd name="T24" fmla="*/ 7 w 54"/>
                <a:gd name="T25" fmla="*/ 274 h 372"/>
                <a:gd name="T26" fmla="*/ 7 w 54"/>
                <a:gd name="T27" fmla="*/ 219 h 372"/>
                <a:gd name="T28" fmla="*/ 6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6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0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6" y="186"/>
                    <a:pt x="46" y="203"/>
                    <a:pt x="46" y="219"/>
                  </a:cubicBezTo>
                  <a:cubicBezTo>
                    <a:pt x="46" y="274"/>
                    <a:pt x="46" y="274"/>
                    <a:pt x="46" y="274"/>
                  </a:cubicBezTo>
                  <a:cubicBezTo>
                    <a:pt x="46" y="290"/>
                    <a:pt x="46" y="307"/>
                    <a:pt x="47" y="324"/>
                  </a:cubicBezTo>
                  <a:cubicBezTo>
                    <a:pt x="48" y="342"/>
                    <a:pt x="49" y="358"/>
                    <a:pt x="50" y="372"/>
                  </a:cubicBezTo>
                  <a:cubicBezTo>
                    <a:pt x="42" y="372"/>
                    <a:pt x="34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6" y="324"/>
                  </a:cubicBezTo>
                  <a:cubicBezTo>
                    <a:pt x="7" y="307"/>
                    <a:pt x="7" y="290"/>
                    <a:pt x="7" y="274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7" y="203"/>
                    <a:pt x="7" y="186"/>
                    <a:pt x="6" y="169"/>
                  </a:cubicBezTo>
                  <a:close/>
                  <a:moveTo>
                    <a:pt x="8" y="8"/>
                  </a:moveTo>
                  <a:cubicBezTo>
                    <a:pt x="13" y="2"/>
                    <a:pt x="19" y="0"/>
                    <a:pt x="27" y="0"/>
                  </a:cubicBezTo>
                  <a:cubicBezTo>
                    <a:pt x="34" y="0"/>
                    <a:pt x="40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0" y="51"/>
                    <a:pt x="34" y="54"/>
                    <a:pt x="27" y="54"/>
                  </a:cubicBezTo>
                  <a:cubicBezTo>
                    <a:pt x="19" y="54"/>
                    <a:pt x="13" y="51"/>
                    <a:pt x="8" y="46"/>
                  </a:cubicBezTo>
                  <a:cubicBezTo>
                    <a:pt x="2" y="40"/>
                    <a:pt x="0" y="34"/>
                    <a:pt x="0" y="27"/>
                  </a:cubicBezTo>
                  <a:cubicBezTo>
                    <a:pt x="0" y="19"/>
                    <a:pt x="2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9" name="Freeform 305"/>
            <p:cNvSpPr>
              <a:spLocks/>
            </p:cNvSpPr>
            <p:nvPr userDrawn="1"/>
          </p:nvSpPr>
          <p:spPr bwMode="auto">
            <a:xfrm>
              <a:off x="3249613" y="4887913"/>
              <a:ext cx="92075" cy="98425"/>
            </a:xfrm>
            <a:custGeom>
              <a:avLst/>
              <a:gdLst>
                <a:gd name="T0" fmla="*/ 54 w 243"/>
                <a:gd name="T1" fmla="*/ 128 h 253"/>
                <a:gd name="T2" fmla="*/ 0 w 243"/>
                <a:gd name="T3" fmla="*/ 0 h 253"/>
                <a:gd name="T4" fmla="*/ 13 w 243"/>
                <a:gd name="T5" fmla="*/ 2 h 253"/>
                <a:gd name="T6" fmla="*/ 26 w 243"/>
                <a:gd name="T7" fmla="*/ 3 h 253"/>
                <a:gd name="T8" fmla="*/ 38 w 243"/>
                <a:gd name="T9" fmla="*/ 2 h 253"/>
                <a:gd name="T10" fmla="*/ 50 w 243"/>
                <a:gd name="T11" fmla="*/ 0 h 253"/>
                <a:gd name="T12" fmla="*/ 86 w 243"/>
                <a:gd name="T13" fmla="*/ 104 h 253"/>
                <a:gd name="T14" fmla="*/ 129 w 243"/>
                <a:gd name="T15" fmla="*/ 208 h 253"/>
                <a:gd name="T16" fmla="*/ 150 w 243"/>
                <a:gd name="T17" fmla="*/ 161 h 253"/>
                <a:gd name="T18" fmla="*/ 171 w 243"/>
                <a:gd name="T19" fmla="*/ 108 h 253"/>
                <a:gd name="T20" fmla="*/ 191 w 243"/>
                <a:gd name="T21" fmla="*/ 54 h 253"/>
                <a:gd name="T22" fmla="*/ 210 w 243"/>
                <a:gd name="T23" fmla="*/ 0 h 253"/>
                <a:gd name="T24" fmla="*/ 227 w 243"/>
                <a:gd name="T25" fmla="*/ 3 h 253"/>
                <a:gd name="T26" fmla="*/ 243 w 243"/>
                <a:gd name="T27" fmla="*/ 0 h 253"/>
                <a:gd name="T28" fmla="*/ 187 w 243"/>
                <a:gd name="T29" fmla="*/ 128 h 253"/>
                <a:gd name="T30" fmla="*/ 136 w 243"/>
                <a:gd name="T31" fmla="*/ 253 h 253"/>
                <a:gd name="T32" fmla="*/ 120 w 243"/>
                <a:gd name="T33" fmla="*/ 252 h 253"/>
                <a:gd name="T34" fmla="*/ 103 w 243"/>
                <a:gd name="T35" fmla="*/ 253 h 253"/>
                <a:gd name="T36" fmla="*/ 54 w 243"/>
                <a:gd name="T37" fmla="*/ 128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3" h="253">
                  <a:moveTo>
                    <a:pt x="54" y="128"/>
                  </a:moveTo>
                  <a:cubicBezTo>
                    <a:pt x="37" y="86"/>
                    <a:pt x="19" y="43"/>
                    <a:pt x="0" y="0"/>
                  </a:cubicBezTo>
                  <a:cubicBezTo>
                    <a:pt x="4" y="1"/>
                    <a:pt x="9" y="2"/>
                    <a:pt x="13" y="2"/>
                  </a:cubicBezTo>
                  <a:cubicBezTo>
                    <a:pt x="17" y="3"/>
                    <a:pt x="22" y="3"/>
                    <a:pt x="26" y="3"/>
                  </a:cubicBezTo>
                  <a:cubicBezTo>
                    <a:pt x="30" y="3"/>
                    <a:pt x="34" y="3"/>
                    <a:pt x="38" y="2"/>
                  </a:cubicBezTo>
                  <a:cubicBezTo>
                    <a:pt x="42" y="2"/>
                    <a:pt x="46" y="1"/>
                    <a:pt x="50" y="0"/>
                  </a:cubicBezTo>
                  <a:cubicBezTo>
                    <a:pt x="61" y="35"/>
                    <a:pt x="73" y="70"/>
                    <a:pt x="86" y="104"/>
                  </a:cubicBezTo>
                  <a:cubicBezTo>
                    <a:pt x="98" y="138"/>
                    <a:pt x="113" y="172"/>
                    <a:pt x="129" y="208"/>
                  </a:cubicBezTo>
                  <a:cubicBezTo>
                    <a:pt x="136" y="193"/>
                    <a:pt x="143" y="178"/>
                    <a:pt x="150" y="161"/>
                  </a:cubicBezTo>
                  <a:cubicBezTo>
                    <a:pt x="157" y="144"/>
                    <a:pt x="164" y="126"/>
                    <a:pt x="171" y="108"/>
                  </a:cubicBezTo>
                  <a:cubicBezTo>
                    <a:pt x="178" y="90"/>
                    <a:pt x="184" y="72"/>
                    <a:pt x="191" y="54"/>
                  </a:cubicBezTo>
                  <a:cubicBezTo>
                    <a:pt x="197" y="36"/>
                    <a:pt x="204" y="18"/>
                    <a:pt x="210" y="0"/>
                  </a:cubicBezTo>
                  <a:cubicBezTo>
                    <a:pt x="217" y="2"/>
                    <a:pt x="222" y="3"/>
                    <a:pt x="227" y="3"/>
                  </a:cubicBezTo>
                  <a:cubicBezTo>
                    <a:pt x="231" y="3"/>
                    <a:pt x="237" y="2"/>
                    <a:pt x="243" y="0"/>
                  </a:cubicBezTo>
                  <a:cubicBezTo>
                    <a:pt x="224" y="43"/>
                    <a:pt x="205" y="86"/>
                    <a:pt x="187" y="128"/>
                  </a:cubicBezTo>
                  <a:cubicBezTo>
                    <a:pt x="168" y="169"/>
                    <a:pt x="152" y="211"/>
                    <a:pt x="136" y="253"/>
                  </a:cubicBezTo>
                  <a:cubicBezTo>
                    <a:pt x="131" y="253"/>
                    <a:pt x="126" y="252"/>
                    <a:pt x="120" y="252"/>
                  </a:cubicBezTo>
                  <a:cubicBezTo>
                    <a:pt x="114" y="252"/>
                    <a:pt x="109" y="253"/>
                    <a:pt x="103" y="253"/>
                  </a:cubicBezTo>
                  <a:cubicBezTo>
                    <a:pt x="87" y="211"/>
                    <a:pt x="70" y="169"/>
                    <a:pt x="54" y="1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0" name="Freeform 306"/>
            <p:cNvSpPr>
              <a:spLocks noEditPoints="1"/>
            </p:cNvSpPr>
            <p:nvPr userDrawn="1"/>
          </p:nvSpPr>
          <p:spPr bwMode="auto">
            <a:xfrm>
              <a:off x="3376613" y="4843463"/>
              <a:ext cx="20638" cy="142875"/>
            </a:xfrm>
            <a:custGeom>
              <a:avLst/>
              <a:gdLst>
                <a:gd name="T0" fmla="*/ 7 w 54"/>
                <a:gd name="T1" fmla="*/ 169 h 372"/>
                <a:gd name="T2" fmla="*/ 3 w 54"/>
                <a:gd name="T3" fmla="*/ 119 h 372"/>
                <a:gd name="T4" fmla="*/ 27 w 54"/>
                <a:gd name="T5" fmla="*/ 122 h 372"/>
                <a:gd name="T6" fmla="*/ 51 w 54"/>
                <a:gd name="T7" fmla="*/ 119 h 372"/>
                <a:gd name="T8" fmla="*/ 47 w 54"/>
                <a:gd name="T9" fmla="*/ 169 h 372"/>
                <a:gd name="T10" fmla="*/ 47 w 54"/>
                <a:gd name="T11" fmla="*/ 219 h 372"/>
                <a:gd name="T12" fmla="*/ 47 w 54"/>
                <a:gd name="T13" fmla="*/ 274 h 372"/>
                <a:gd name="T14" fmla="*/ 47 w 54"/>
                <a:gd name="T15" fmla="*/ 324 h 372"/>
                <a:gd name="T16" fmla="*/ 51 w 54"/>
                <a:gd name="T17" fmla="*/ 372 h 372"/>
                <a:gd name="T18" fmla="*/ 27 w 54"/>
                <a:gd name="T19" fmla="*/ 371 h 372"/>
                <a:gd name="T20" fmla="*/ 3 w 54"/>
                <a:gd name="T21" fmla="*/ 372 h 372"/>
                <a:gd name="T22" fmla="*/ 7 w 54"/>
                <a:gd name="T23" fmla="*/ 324 h 372"/>
                <a:gd name="T24" fmla="*/ 8 w 54"/>
                <a:gd name="T25" fmla="*/ 274 h 372"/>
                <a:gd name="T26" fmla="*/ 8 w 54"/>
                <a:gd name="T27" fmla="*/ 219 h 372"/>
                <a:gd name="T28" fmla="*/ 7 w 54"/>
                <a:gd name="T29" fmla="*/ 169 h 372"/>
                <a:gd name="T30" fmla="*/ 8 w 54"/>
                <a:gd name="T31" fmla="*/ 8 h 372"/>
                <a:gd name="T32" fmla="*/ 27 w 54"/>
                <a:gd name="T33" fmla="*/ 0 h 372"/>
                <a:gd name="T34" fmla="*/ 46 w 54"/>
                <a:gd name="T35" fmla="*/ 8 h 372"/>
                <a:gd name="T36" fmla="*/ 54 w 54"/>
                <a:gd name="T37" fmla="*/ 27 h 372"/>
                <a:gd name="T38" fmla="*/ 46 w 54"/>
                <a:gd name="T39" fmla="*/ 46 h 372"/>
                <a:gd name="T40" fmla="*/ 27 w 54"/>
                <a:gd name="T41" fmla="*/ 54 h 372"/>
                <a:gd name="T42" fmla="*/ 8 w 54"/>
                <a:gd name="T43" fmla="*/ 46 h 372"/>
                <a:gd name="T44" fmla="*/ 0 w 54"/>
                <a:gd name="T45" fmla="*/ 27 h 372"/>
                <a:gd name="T46" fmla="*/ 8 w 54"/>
                <a:gd name="T47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372">
                  <a:moveTo>
                    <a:pt x="7" y="169"/>
                  </a:moveTo>
                  <a:cubicBezTo>
                    <a:pt x="6" y="151"/>
                    <a:pt x="5" y="135"/>
                    <a:pt x="3" y="119"/>
                  </a:cubicBezTo>
                  <a:cubicBezTo>
                    <a:pt x="13" y="121"/>
                    <a:pt x="21" y="122"/>
                    <a:pt x="27" y="122"/>
                  </a:cubicBezTo>
                  <a:cubicBezTo>
                    <a:pt x="33" y="122"/>
                    <a:pt x="41" y="121"/>
                    <a:pt x="51" y="119"/>
                  </a:cubicBezTo>
                  <a:cubicBezTo>
                    <a:pt x="49" y="135"/>
                    <a:pt x="48" y="151"/>
                    <a:pt x="47" y="169"/>
                  </a:cubicBezTo>
                  <a:cubicBezTo>
                    <a:pt x="47" y="186"/>
                    <a:pt x="47" y="203"/>
                    <a:pt x="47" y="219"/>
                  </a:cubicBezTo>
                  <a:cubicBezTo>
                    <a:pt x="47" y="274"/>
                    <a:pt x="47" y="274"/>
                    <a:pt x="47" y="274"/>
                  </a:cubicBezTo>
                  <a:cubicBezTo>
                    <a:pt x="47" y="290"/>
                    <a:pt x="47" y="307"/>
                    <a:pt x="47" y="324"/>
                  </a:cubicBezTo>
                  <a:cubicBezTo>
                    <a:pt x="48" y="342"/>
                    <a:pt x="49" y="358"/>
                    <a:pt x="51" y="372"/>
                  </a:cubicBezTo>
                  <a:cubicBezTo>
                    <a:pt x="43" y="372"/>
                    <a:pt x="35" y="371"/>
                    <a:pt x="27" y="371"/>
                  </a:cubicBezTo>
                  <a:cubicBezTo>
                    <a:pt x="19" y="371"/>
                    <a:pt x="11" y="372"/>
                    <a:pt x="3" y="372"/>
                  </a:cubicBezTo>
                  <a:cubicBezTo>
                    <a:pt x="5" y="358"/>
                    <a:pt x="6" y="342"/>
                    <a:pt x="7" y="324"/>
                  </a:cubicBezTo>
                  <a:cubicBezTo>
                    <a:pt x="7" y="307"/>
                    <a:pt x="8" y="290"/>
                    <a:pt x="8" y="274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03"/>
                    <a:pt x="7" y="186"/>
                    <a:pt x="7" y="169"/>
                  </a:cubicBezTo>
                  <a:close/>
                  <a:moveTo>
                    <a:pt x="8" y="8"/>
                  </a:moveTo>
                  <a:cubicBezTo>
                    <a:pt x="13" y="2"/>
                    <a:pt x="20" y="0"/>
                    <a:pt x="27" y="0"/>
                  </a:cubicBezTo>
                  <a:cubicBezTo>
                    <a:pt x="34" y="0"/>
                    <a:pt x="41" y="2"/>
                    <a:pt x="46" y="8"/>
                  </a:cubicBezTo>
                  <a:cubicBezTo>
                    <a:pt x="51" y="13"/>
                    <a:pt x="54" y="19"/>
                    <a:pt x="54" y="27"/>
                  </a:cubicBezTo>
                  <a:cubicBezTo>
                    <a:pt x="54" y="34"/>
                    <a:pt x="51" y="40"/>
                    <a:pt x="46" y="46"/>
                  </a:cubicBezTo>
                  <a:cubicBezTo>
                    <a:pt x="41" y="51"/>
                    <a:pt x="34" y="54"/>
                    <a:pt x="27" y="54"/>
                  </a:cubicBezTo>
                  <a:cubicBezTo>
                    <a:pt x="20" y="54"/>
                    <a:pt x="13" y="51"/>
                    <a:pt x="8" y="46"/>
                  </a:cubicBezTo>
                  <a:cubicBezTo>
                    <a:pt x="3" y="40"/>
                    <a:pt x="0" y="34"/>
                    <a:pt x="0" y="27"/>
                  </a:cubicBezTo>
                  <a:cubicBezTo>
                    <a:pt x="0" y="19"/>
                    <a:pt x="3" y="13"/>
                    <a:pt x="8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307"/>
            <p:cNvSpPr>
              <a:spLocks/>
            </p:cNvSpPr>
            <p:nvPr userDrawn="1"/>
          </p:nvSpPr>
          <p:spPr bwMode="auto">
            <a:xfrm>
              <a:off x="3443288" y="4886325"/>
              <a:ext cx="84138" cy="100013"/>
            </a:xfrm>
            <a:custGeom>
              <a:avLst/>
              <a:gdLst>
                <a:gd name="T0" fmla="*/ 158 w 215"/>
                <a:gd name="T1" fmla="*/ 48 h 258"/>
                <a:gd name="T2" fmla="*/ 115 w 215"/>
                <a:gd name="T3" fmla="*/ 28 h 258"/>
                <a:gd name="T4" fmla="*/ 61 w 215"/>
                <a:gd name="T5" fmla="*/ 51 h 258"/>
                <a:gd name="T6" fmla="*/ 43 w 215"/>
                <a:gd name="T7" fmla="*/ 115 h 258"/>
                <a:gd name="T8" fmla="*/ 43 w 215"/>
                <a:gd name="T9" fmla="*/ 160 h 258"/>
                <a:gd name="T10" fmla="*/ 44 w 215"/>
                <a:gd name="T11" fmla="*/ 211 h 258"/>
                <a:gd name="T12" fmla="*/ 48 w 215"/>
                <a:gd name="T13" fmla="*/ 258 h 258"/>
                <a:gd name="T14" fmla="*/ 24 w 215"/>
                <a:gd name="T15" fmla="*/ 257 h 258"/>
                <a:gd name="T16" fmla="*/ 0 w 215"/>
                <a:gd name="T17" fmla="*/ 258 h 258"/>
                <a:gd name="T18" fmla="*/ 3 w 215"/>
                <a:gd name="T19" fmla="*/ 211 h 258"/>
                <a:gd name="T20" fmla="*/ 4 w 215"/>
                <a:gd name="T21" fmla="*/ 160 h 258"/>
                <a:gd name="T22" fmla="*/ 4 w 215"/>
                <a:gd name="T23" fmla="*/ 105 h 258"/>
                <a:gd name="T24" fmla="*/ 3 w 215"/>
                <a:gd name="T25" fmla="*/ 55 h 258"/>
                <a:gd name="T26" fmla="*/ 0 w 215"/>
                <a:gd name="T27" fmla="*/ 6 h 258"/>
                <a:gd name="T28" fmla="*/ 24 w 215"/>
                <a:gd name="T29" fmla="*/ 8 h 258"/>
                <a:gd name="T30" fmla="*/ 33 w 215"/>
                <a:gd name="T31" fmla="*/ 7 h 258"/>
                <a:gd name="T32" fmla="*/ 45 w 215"/>
                <a:gd name="T33" fmla="*/ 6 h 258"/>
                <a:gd name="T34" fmla="*/ 43 w 215"/>
                <a:gd name="T35" fmla="*/ 48 h 258"/>
                <a:gd name="T36" fmla="*/ 44 w 215"/>
                <a:gd name="T37" fmla="*/ 48 h 258"/>
                <a:gd name="T38" fmla="*/ 80 w 215"/>
                <a:gd name="T39" fmla="*/ 13 h 258"/>
                <a:gd name="T40" fmla="*/ 130 w 215"/>
                <a:gd name="T41" fmla="*/ 0 h 258"/>
                <a:gd name="T42" fmla="*/ 160 w 215"/>
                <a:gd name="T43" fmla="*/ 5 h 258"/>
                <a:gd name="T44" fmla="*/ 188 w 215"/>
                <a:gd name="T45" fmla="*/ 19 h 258"/>
                <a:gd name="T46" fmla="*/ 208 w 215"/>
                <a:gd name="T47" fmla="*/ 47 h 258"/>
                <a:gd name="T48" fmla="*/ 215 w 215"/>
                <a:gd name="T49" fmla="*/ 93 h 258"/>
                <a:gd name="T50" fmla="*/ 214 w 215"/>
                <a:gd name="T51" fmla="*/ 140 h 258"/>
                <a:gd name="T52" fmla="*/ 213 w 215"/>
                <a:gd name="T53" fmla="*/ 191 h 258"/>
                <a:gd name="T54" fmla="*/ 213 w 215"/>
                <a:gd name="T55" fmla="*/ 226 h 258"/>
                <a:gd name="T56" fmla="*/ 213 w 215"/>
                <a:gd name="T57" fmla="*/ 242 h 258"/>
                <a:gd name="T58" fmla="*/ 214 w 215"/>
                <a:gd name="T59" fmla="*/ 258 h 258"/>
                <a:gd name="T60" fmla="*/ 192 w 215"/>
                <a:gd name="T61" fmla="*/ 257 h 258"/>
                <a:gd name="T62" fmla="*/ 170 w 215"/>
                <a:gd name="T63" fmla="*/ 258 h 258"/>
                <a:gd name="T64" fmla="*/ 172 w 215"/>
                <a:gd name="T65" fmla="*/ 201 h 258"/>
                <a:gd name="T66" fmla="*/ 173 w 215"/>
                <a:gd name="T67" fmla="*/ 141 h 258"/>
                <a:gd name="T68" fmla="*/ 173 w 215"/>
                <a:gd name="T69" fmla="*/ 109 h 258"/>
                <a:gd name="T70" fmla="*/ 158 w 215"/>
                <a:gd name="T71" fmla="*/ 4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5" h="258">
                  <a:moveTo>
                    <a:pt x="158" y="48"/>
                  </a:moveTo>
                  <a:cubicBezTo>
                    <a:pt x="147" y="35"/>
                    <a:pt x="133" y="28"/>
                    <a:pt x="115" y="28"/>
                  </a:cubicBezTo>
                  <a:cubicBezTo>
                    <a:pt x="90" y="28"/>
                    <a:pt x="72" y="35"/>
                    <a:pt x="61" y="51"/>
                  </a:cubicBezTo>
                  <a:cubicBezTo>
                    <a:pt x="49" y="66"/>
                    <a:pt x="43" y="87"/>
                    <a:pt x="43" y="115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3" y="176"/>
                    <a:pt x="44" y="193"/>
                    <a:pt x="44" y="211"/>
                  </a:cubicBezTo>
                  <a:cubicBezTo>
                    <a:pt x="45" y="228"/>
                    <a:pt x="46" y="244"/>
                    <a:pt x="48" y="258"/>
                  </a:cubicBezTo>
                  <a:cubicBezTo>
                    <a:pt x="39" y="258"/>
                    <a:pt x="32" y="257"/>
                    <a:pt x="24" y="257"/>
                  </a:cubicBezTo>
                  <a:cubicBezTo>
                    <a:pt x="16" y="257"/>
                    <a:pt x="8" y="258"/>
                    <a:pt x="0" y="258"/>
                  </a:cubicBezTo>
                  <a:cubicBezTo>
                    <a:pt x="2" y="244"/>
                    <a:pt x="3" y="228"/>
                    <a:pt x="3" y="211"/>
                  </a:cubicBezTo>
                  <a:cubicBezTo>
                    <a:pt x="4" y="193"/>
                    <a:pt x="4" y="176"/>
                    <a:pt x="4" y="160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89"/>
                    <a:pt x="4" y="72"/>
                    <a:pt x="3" y="55"/>
                  </a:cubicBezTo>
                  <a:cubicBezTo>
                    <a:pt x="3" y="37"/>
                    <a:pt x="2" y="21"/>
                    <a:pt x="0" y="6"/>
                  </a:cubicBezTo>
                  <a:cubicBezTo>
                    <a:pt x="10" y="7"/>
                    <a:pt x="18" y="8"/>
                    <a:pt x="24" y="8"/>
                  </a:cubicBezTo>
                  <a:cubicBezTo>
                    <a:pt x="27" y="8"/>
                    <a:pt x="30" y="8"/>
                    <a:pt x="33" y="7"/>
                  </a:cubicBezTo>
                  <a:cubicBezTo>
                    <a:pt x="36" y="7"/>
                    <a:pt x="40" y="6"/>
                    <a:pt x="45" y="6"/>
                  </a:cubicBezTo>
                  <a:cubicBezTo>
                    <a:pt x="44" y="20"/>
                    <a:pt x="43" y="34"/>
                    <a:pt x="43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4" y="33"/>
                    <a:pt x="66" y="21"/>
                    <a:pt x="80" y="13"/>
                  </a:cubicBezTo>
                  <a:cubicBezTo>
                    <a:pt x="94" y="5"/>
                    <a:pt x="111" y="0"/>
                    <a:pt x="130" y="0"/>
                  </a:cubicBezTo>
                  <a:cubicBezTo>
                    <a:pt x="140" y="0"/>
                    <a:pt x="150" y="2"/>
                    <a:pt x="160" y="5"/>
                  </a:cubicBezTo>
                  <a:cubicBezTo>
                    <a:pt x="170" y="7"/>
                    <a:pt x="179" y="12"/>
                    <a:pt x="188" y="19"/>
                  </a:cubicBezTo>
                  <a:cubicBezTo>
                    <a:pt x="196" y="26"/>
                    <a:pt x="203" y="35"/>
                    <a:pt x="208" y="47"/>
                  </a:cubicBezTo>
                  <a:cubicBezTo>
                    <a:pt x="213" y="59"/>
                    <a:pt x="215" y="74"/>
                    <a:pt x="215" y="93"/>
                  </a:cubicBezTo>
                  <a:cubicBezTo>
                    <a:pt x="215" y="108"/>
                    <a:pt x="215" y="124"/>
                    <a:pt x="214" y="140"/>
                  </a:cubicBezTo>
                  <a:cubicBezTo>
                    <a:pt x="213" y="156"/>
                    <a:pt x="213" y="173"/>
                    <a:pt x="213" y="191"/>
                  </a:cubicBezTo>
                  <a:cubicBezTo>
                    <a:pt x="213" y="226"/>
                    <a:pt x="213" y="226"/>
                    <a:pt x="213" y="226"/>
                  </a:cubicBezTo>
                  <a:cubicBezTo>
                    <a:pt x="213" y="231"/>
                    <a:pt x="213" y="237"/>
                    <a:pt x="213" y="242"/>
                  </a:cubicBezTo>
                  <a:cubicBezTo>
                    <a:pt x="213" y="248"/>
                    <a:pt x="214" y="253"/>
                    <a:pt x="214" y="258"/>
                  </a:cubicBezTo>
                  <a:cubicBezTo>
                    <a:pt x="207" y="258"/>
                    <a:pt x="199" y="257"/>
                    <a:pt x="192" y="257"/>
                  </a:cubicBezTo>
                  <a:cubicBezTo>
                    <a:pt x="184" y="257"/>
                    <a:pt x="177" y="258"/>
                    <a:pt x="170" y="258"/>
                  </a:cubicBezTo>
                  <a:cubicBezTo>
                    <a:pt x="170" y="240"/>
                    <a:pt x="171" y="221"/>
                    <a:pt x="172" y="201"/>
                  </a:cubicBezTo>
                  <a:cubicBezTo>
                    <a:pt x="173" y="182"/>
                    <a:pt x="173" y="162"/>
                    <a:pt x="173" y="141"/>
                  </a:cubicBezTo>
                  <a:cubicBezTo>
                    <a:pt x="173" y="109"/>
                    <a:pt x="173" y="109"/>
                    <a:pt x="173" y="109"/>
                  </a:cubicBezTo>
                  <a:cubicBezTo>
                    <a:pt x="173" y="82"/>
                    <a:pt x="168" y="62"/>
                    <a:pt x="158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308"/>
            <p:cNvSpPr>
              <a:spLocks noEditPoints="1"/>
            </p:cNvSpPr>
            <p:nvPr userDrawn="1"/>
          </p:nvSpPr>
          <p:spPr bwMode="auto">
            <a:xfrm>
              <a:off x="3560763" y="4886325"/>
              <a:ext cx="92075" cy="153988"/>
            </a:xfrm>
            <a:custGeom>
              <a:avLst/>
              <a:gdLst>
                <a:gd name="T0" fmla="*/ 111 w 237"/>
                <a:gd name="T1" fmla="*/ 15 h 400"/>
                <a:gd name="T2" fmla="*/ 50 w 237"/>
                <a:gd name="T3" fmla="*/ 87 h 400"/>
                <a:gd name="T4" fmla="*/ 111 w 237"/>
                <a:gd name="T5" fmla="*/ 159 h 400"/>
                <a:gd name="T6" fmla="*/ 155 w 237"/>
                <a:gd name="T7" fmla="*/ 137 h 400"/>
                <a:gd name="T8" fmla="*/ 169 w 237"/>
                <a:gd name="T9" fmla="*/ 84 h 400"/>
                <a:gd name="T10" fmla="*/ 180 w 237"/>
                <a:gd name="T11" fmla="*/ 270 h 400"/>
                <a:gd name="T12" fmla="*/ 56 w 237"/>
                <a:gd name="T13" fmla="*/ 270 h 400"/>
                <a:gd name="T14" fmla="*/ 40 w 237"/>
                <a:gd name="T15" fmla="*/ 348 h 400"/>
                <a:gd name="T16" fmla="*/ 81 w 237"/>
                <a:gd name="T17" fmla="*/ 381 h 400"/>
                <a:gd name="T18" fmla="*/ 144 w 237"/>
                <a:gd name="T19" fmla="*/ 380 h 400"/>
                <a:gd name="T20" fmla="*/ 191 w 237"/>
                <a:gd name="T21" fmla="*/ 346 h 400"/>
                <a:gd name="T22" fmla="*/ 180 w 237"/>
                <a:gd name="T23" fmla="*/ 270 h 400"/>
                <a:gd name="T24" fmla="*/ 39 w 237"/>
                <a:gd name="T25" fmla="*/ 22 h 400"/>
                <a:gd name="T26" fmla="*/ 111 w 237"/>
                <a:gd name="T27" fmla="*/ 0 h 400"/>
                <a:gd name="T28" fmla="*/ 154 w 237"/>
                <a:gd name="T29" fmla="*/ 2 h 400"/>
                <a:gd name="T30" fmla="*/ 191 w 237"/>
                <a:gd name="T31" fmla="*/ 4 h 400"/>
                <a:gd name="T32" fmla="*/ 233 w 237"/>
                <a:gd name="T33" fmla="*/ 8 h 400"/>
                <a:gd name="T34" fmla="*/ 233 w 237"/>
                <a:gd name="T35" fmla="*/ 19 h 400"/>
                <a:gd name="T36" fmla="*/ 204 w 237"/>
                <a:gd name="T37" fmla="*/ 22 h 400"/>
                <a:gd name="T38" fmla="*/ 174 w 237"/>
                <a:gd name="T39" fmla="*/ 21 h 400"/>
                <a:gd name="T40" fmla="*/ 211 w 237"/>
                <a:gd name="T41" fmla="*/ 88 h 400"/>
                <a:gd name="T42" fmla="*/ 112 w 237"/>
                <a:gd name="T43" fmla="*/ 173 h 400"/>
                <a:gd name="T44" fmla="*/ 82 w 237"/>
                <a:gd name="T45" fmla="*/ 172 h 400"/>
                <a:gd name="T46" fmla="*/ 56 w 237"/>
                <a:gd name="T47" fmla="*/ 197 h 400"/>
                <a:gd name="T48" fmla="*/ 88 w 237"/>
                <a:gd name="T49" fmla="*/ 224 h 400"/>
                <a:gd name="T50" fmla="*/ 146 w 237"/>
                <a:gd name="T51" fmla="*/ 226 h 400"/>
                <a:gd name="T52" fmla="*/ 216 w 237"/>
                <a:gd name="T53" fmla="*/ 246 h 400"/>
                <a:gd name="T54" fmla="*/ 237 w 237"/>
                <a:gd name="T55" fmla="*/ 292 h 400"/>
                <a:gd name="T56" fmla="*/ 208 w 237"/>
                <a:gd name="T57" fmla="*/ 365 h 400"/>
                <a:gd name="T58" fmla="*/ 111 w 237"/>
                <a:gd name="T59" fmla="*/ 400 h 400"/>
                <a:gd name="T60" fmla="*/ 0 w 237"/>
                <a:gd name="T61" fmla="*/ 323 h 400"/>
                <a:gd name="T62" fmla="*/ 18 w 237"/>
                <a:gd name="T63" fmla="*/ 277 h 400"/>
                <a:gd name="T64" fmla="*/ 57 w 237"/>
                <a:gd name="T65" fmla="*/ 255 h 400"/>
                <a:gd name="T66" fmla="*/ 32 w 237"/>
                <a:gd name="T67" fmla="*/ 238 h 400"/>
                <a:gd name="T68" fmla="*/ 26 w 237"/>
                <a:gd name="T69" fmla="*/ 195 h 400"/>
                <a:gd name="T70" fmla="*/ 48 w 237"/>
                <a:gd name="T71" fmla="*/ 172 h 400"/>
                <a:gd name="T72" fmla="*/ 61 w 237"/>
                <a:gd name="T73" fmla="*/ 166 h 400"/>
                <a:gd name="T74" fmla="*/ 9 w 237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7" h="400">
                  <a:moveTo>
                    <a:pt x="153" y="33"/>
                  </a:moveTo>
                  <a:cubicBezTo>
                    <a:pt x="143" y="21"/>
                    <a:pt x="129" y="15"/>
                    <a:pt x="111" y="15"/>
                  </a:cubicBezTo>
                  <a:cubicBezTo>
                    <a:pt x="92" y="15"/>
                    <a:pt x="77" y="22"/>
                    <a:pt x="66" y="35"/>
                  </a:cubicBezTo>
                  <a:cubicBezTo>
                    <a:pt x="56" y="48"/>
                    <a:pt x="50" y="65"/>
                    <a:pt x="50" y="87"/>
                  </a:cubicBezTo>
                  <a:cubicBezTo>
                    <a:pt x="50" y="109"/>
                    <a:pt x="55" y="127"/>
                    <a:pt x="65" y="140"/>
                  </a:cubicBezTo>
                  <a:cubicBezTo>
                    <a:pt x="75" y="153"/>
                    <a:pt x="90" y="159"/>
                    <a:pt x="111" y="159"/>
                  </a:cubicBezTo>
                  <a:cubicBezTo>
                    <a:pt x="121" y="159"/>
                    <a:pt x="130" y="157"/>
                    <a:pt x="137" y="153"/>
                  </a:cubicBezTo>
                  <a:cubicBezTo>
                    <a:pt x="144" y="149"/>
                    <a:pt x="150" y="143"/>
                    <a:pt x="155" y="137"/>
                  </a:cubicBezTo>
                  <a:cubicBezTo>
                    <a:pt x="160" y="130"/>
                    <a:pt x="163" y="122"/>
                    <a:pt x="166" y="113"/>
                  </a:cubicBezTo>
                  <a:cubicBezTo>
                    <a:pt x="168" y="103"/>
                    <a:pt x="169" y="94"/>
                    <a:pt x="169" y="84"/>
                  </a:cubicBezTo>
                  <a:cubicBezTo>
                    <a:pt x="169" y="62"/>
                    <a:pt x="164" y="45"/>
                    <a:pt x="153" y="33"/>
                  </a:cubicBezTo>
                  <a:close/>
                  <a:moveTo>
                    <a:pt x="180" y="270"/>
                  </a:moveTo>
                  <a:cubicBezTo>
                    <a:pt x="167" y="262"/>
                    <a:pt x="147" y="257"/>
                    <a:pt x="118" y="257"/>
                  </a:cubicBezTo>
                  <a:cubicBezTo>
                    <a:pt x="91" y="257"/>
                    <a:pt x="70" y="262"/>
                    <a:pt x="56" y="270"/>
                  </a:cubicBezTo>
                  <a:cubicBezTo>
                    <a:pt x="41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4" y="357"/>
                    <a:pt x="50" y="364"/>
                    <a:pt x="56" y="369"/>
                  </a:cubicBezTo>
                  <a:cubicBezTo>
                    <a:pt x="63" y="374"/>
                    <a:pt x="72" y="378"/>
                    <a:pt x="81" y="381"/>
                  </a:cubicBezTo>
                  <a:cubicBezTo>
                    <a:pt x="91" y="383"/>
                    <a:pt x="101" y="385"/>
                    <a:pt x="112" y="385"/>
                  </a:cubicBezTo>
                  <a:cubicBezTo>
                    <a:pt x="123" y="385"/>
                    <a:pt x="134" y="383"/>
                    <a:pt x="144" y="380"/>
                  </a:cubicBezTo>
                  <a:cubicBezTo>
                    <a:pt x="154" y="377"/>
                    <a:pt x="163" y="373"/>
                    <a:pt x="171" y="367"/>
                  </a:cubicBezTo>
                  <a:cubicBezTo>
                    <a:pt x="179" y="362"/>
                    <a:pt x="186" y="355"/>
                    <a:pt x="191" y="346"/>
                  </a:cubicBezTo>
                  <a:cubicBezTo>
                    <a:pt x="196" y="337"/>
                    <a:pt x="198" y="327"/>
                    <a:pt x="198" y="315"/>
                  </a:cubicBezTo>
                  <a:cubicBezTo>
                    <a:pt x="198" y="293"/>
                    <a:pt x="192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2" y="38"/>
                    <a:pt x="30" y="29"/>
                    <a:pt x="39" y="22"/>
                  </a:cubicBezTo>
                  <a:cubicBezTo>
                    <a:pt x="48" y="15"/>
                    <a:pt x="59" y="9"/>
                    <a:pt x="71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7" y="0"/>
                    <a:pt x="124" y="0"/>
                    <a:pt x="130" y="1"/>
                  </a:cubicBezTo>
                  <a:cubicBezTo>
                    <a:pt x="136" y="1"/>
                    <a:pt x="144" y="1"/>
                    <a:pt x="154" y="2"/>
                  </a:cubicBezTo>
                  <a:cubicBezTo>
                    <a:pt x="162" y="3"/>
                    <a:pt x="169" y="3"/>
                    <a:pt x="176" y="4"/>
                  </a:cubicBezTo>
                  <a:cubicBezTo>
                    <a:pt x="182" y="4"/>
                    <a:pt x="187" y="4"/>
                    <a:pt x="191" y="4"/>
                  </a:cubicBezTo>
                  <a:cubicBezTo>
                    <a:pt x="211" y="4"/>
                    <a:pt x="225" y="4"/>
                    <a:pt x="234" y="2"/>
                  </a:cubicBezTo>
                  <a:cubicBezTo>
                    <a:pt x="234" y="4"/>
                    <a:pt x="234" y="6"/>
                    <a:pt x="233" y="8"/>
                  </a:cubicBezTo>
                  <a:cubicBezTo>
                    <a:pt x="233" y="9"/>
                    <a:pt x="233" y="11"/>
                    <a:pt x="233" y="13"/>
                  </a:cubicBezTo>
                  <a:cubicBezTo>
                    <a:pt x="233" y="15"/>
                    <a:pt x="233" y="17"/>
                    <a:pt x="233" y="19"/>
                  </a:cubicBezTo>
                  <a:cubicBezTo>
                    <a:pt x="234" y="21"/>
                    <a:pt x="234" y="23"/>
                    <a:pt x="234" y="24"/>
                  </a:cubicBezTo>
                  <a:cubicBezTo>
                    <a:pt x="224" y="24"/>
                    <a:pt x="214" y="23"/>
                    <a:pt x="204" y="22"/>
                  </a:cubicBezTo>
                  <a:cubicBezTo>
                    <a:pt x="194" y="21"/>
                    <a:pt x="185" y="20"/>
                    <a:pt x="175" y="20"/>
                  </a:cubicBezTo>
                  <a:cubicBezTo>
                    <a:pt x="174" y="21"/>
                    <a:pt x="174" y="21"/>
                    <a:pt x="174" y="21"/>
                  </a:cubicBezTo>
                  <a:cubicBezTo>
                    <a:pt x="185" y="27"/>
                    <a:pt x="194" y="36"/>
                    <a:pt x="201" y="49"/>
                  </a:cubicBezTo>
                  <a:cubicBezTo>
                    <a:pt x="207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4" y="151"/>
                  </a:cubicBezTo>
                  <a:cubicBezTo>
                    <a:pt x="166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7" y="173"/>
                  </a:cubicBezTo>
                  <a:cubicBezTo>
                    <a:pt x="92" y="173"/>
                    <a:pt x="87" y="172"/>
                    <a:pt x="82" y="172"/>
                  </a:cubicBezTo>
                  <a:cubicBezTo>
                    <a:pt x="76" y="172"/>
                    <a:pt x="70" y="175"/>
                    <a:pt x="64" y="179"/>
                  </a:cubicBezTo>
                  <a:cubicBezTo>
                    <a:pt x="59" y="184"/>
                    <a:pt x="56" y="190"/>
                    <a:pt x="56" y="197"/>
                  </a:cubicBezTo>
                  <a:cubicBezTo>
                    <a:pt x="56" y="206"/>
                    <a:pt x="58" y="213"/>
                    <a:pt x="63" y="217"/>
                  </a:cubicBezTo>
                  <a:cubicBezTo>
                    <a:pt x="67" y="221"/>
                    <a:pt x="76" y="224"/>
                    <a:pt x="88" y="224"/>
                  </a:cubicBezTo>
                  <a:cubicBezTo>
                    <a:pt x="98" y="224"/>
                    <a:pt x="107" y="225"/>
                    <a:pt x="117" y="225"/>
                  </a:cubicBezTo>
                  <a:cubicBezTo>
                    <a:pt x="127" y="225"/>
                    <a:pt x="136" y="225"/>
                    <a:pt x="146" y="226"/>
                  </a:cubicBezTo>
                  <a:cubicBezTo>
                    <a:pt x="163" y="226"/>
                    <a:pt x="177" y="228"/>
                    <a:pt x="188" y="232"/>
                  </a:cubicBezTo>
                  <a:cubicBezTo>
                    <a:pt x="200" y="235"/>
                    <a:pt x="209" y="240"/>
                    <a:pt x="216" y="246"/>
                  </a:cubicBezTo>
                  <a:cubicBezTo>
                    <a:pt x="224" y="252"/>
                    <a:pt x="229" y="259"/>
                    <a:pt x="232" y="267"/>
                  </a:cubicBezTo>
                  <a:cubicBezTo>
                    <a:pt x="236" y="274"/>
                    <a:pt x="237" y="283"/>
                    <a:pt x="237" y="292"/>
                  </a:cubicBezTo>
                  <a:cubicBezTo>
                    <a:pt x="237" y="305"/>
                    <a:pt x="235" y="317"/>
                    <a:pt x="230" y="330"/>
                  </a:cubicBezTo>
                  <a:cubicBezTo>
                    <a:pt x="225" y="343"/>
                    <a:pt x="218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1" y="400"/>
                  </a:cubicBezTo>
                  <a:cubicBezTo>
                    <a:pt x="77" y="400"/>
                    <a:pt x="49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1" y="306"/>
                    <a:pt x="5" y="298"/>
                  </a:cubicBezTo>
                  <a:cubicBezTo>
                    <a:pt x="8" y="290"/>
                    <a:pt x="12" y="283"/>
                    <a:pt x="18" y="277"/>
                  </a:cubicBezTo>
                  <a:cubicBezTo>
                    <a:pt x="23" y="271"/>
                    <a:pt x="29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7" y="245"/>
                    <a:pt x="32" y="238"/>
                  </a:cubicBezTo>
                  <a:cubicBezTo>
                    <a:pt x="26" y="230"/>
                    <a:pt x="23" y="222"/>
                    <a:pt x="23" y="211"/>
                  </a:cubicBezTo>
                  <a:cubicBezTo>
                    <a:pt x="23" y="205"/>
                    <a:pt x="24" y="200"/>
                    <a:pt x="26" y="195"/>
                  </a:cubicBezTo>
                  <a:cubicBezTo>
                    <a:pt x="29" y="190"/>
                    <a:pt x="32" y="185"/>
                    <a:pt x="35" y="181"/>
                  </a:cubicBezTo>
                  <a:cubicBezTo>
                    <a:pt x="39" y="177"/>
                    <a:pt x="43" y="174"/>
                    <a:pt x="48" y="172"/>
                  </a:cubicBezTo>
                  <a:cubicBezTo>
                    <a:pt x="52" y="169"/>
                    <a:pt x="57" y="167"/>
                    <a:pt x="61" y="167"/>
                  </a:cubicBezTo>
                  <a:cubicBezTo>
                    <a:pt x="61" y="166"/>
                    <a:pt x="61" y="166"/>
                    <a:pt x="61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3" y="123"/>
                    <a:pt x="9" y="107"/>
                    <a:pt x="9" y="87"/>
                  </a:cubicBezTo>
                  <a:cubicBezTo>
                    <a:pt x="9" y="72"/>
                    <a:pt x="11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309"/>
            <p:cNvSpPr>
              <a:spLocks/>
            </p:cNvSpPr>
            <p:nvPr userDrawn="1"/>
          </p:nvSpPr>
          <p:spPr bwMode="auto">
            <a:xfrm>
              <a:off x="3748088" y="4843463"/>
              <a:ext cx="84138" cy="146050"/>
            </a:xfrm>
            <a:custGeom>
              <a:avLst/>
              <a:gdLst>
                <a:gd name="T0" fmla="*/ 28 w 218"/>
                <a:gd name="T1" fmla="*/ 324 h 380"/>
                <a:gd name="T2" fmla="*/ 46 w 218"/>
                <a:gd name="T3" fmla="*/ 342 h 380"/>
                <a:gd name="T4" fmla="*/ 70 w 218"/>
                <a:gd name="T5" fmla="*/ 355 h 380"/>
                <a:gd name="T6" fmla="*/ 101 w 218"/>
                <a:gd name="T7" fmla="*/ 360 h 380"/>
                <a:gd name="T8" fmla="*/ 132 w 218"/>
                <a:gd name="T9" fmla="*/ 353 h 380"/>
                <a:gd name="T10" fmla="*/ 156 w 218"/>
                <a:gd name="T11" fmla="*/ 337 h 380"/>
                <a:gd name="T12" fmla="*/ 171 w 218"/>
                <a:gd name="T13" fmla="*/ 312 h 380"/>
                <a:gd name="T14" fmla="*/ 177 w 218"/>
                <a:gd name="T15" fmla="*/ 282 h 380"/>
                <a:gd name="T16" fmla="*/ 164 w 218"/>
                <a:gd name="T17" fmla="*/ 243 h 380"/>
                <a:gd name="T18" fmla="*/ 133 w 218"/>
                <a:gd name="T19" fmla="*/ 219 h 380"/>
                <a:gd name="T20" fmla="*/ 93 w 218"/>
                <a:gd name="T21" fmla="*/ 202 h 380"/>
                <a:gd name="T22" fmla="*/ 53 w 218"/>
                <a:gd name="T23" fmla="*/ 181 h 380"/>
                <a:gd name="T24" fmla="*/ 22 w 218"/>
                <a:gd name="T25" fmla="*/ 151 h 380"/>
                <a:gd name="T26" fmla="*/ 9 w 218"/>
                <a:gd name="T27" fmla="*/ 101 h 380"/>
                <a:gd name="T28" fmla="*/ 17 w 218"/>
                <a:gd name="T29" fmla="*/ 60 h 380"/>
                <a:gd name="T30" fmla="*/ 41 w 218"/>
                <a:gd name="T31" fmla="*/ 28 h 380"/>
                <a:gd name="T32" fmla="*/ 77 w 218"/>
                <a:gd name="T33" fmla="*/ 7 h 380"/>
                <a:gd name="T34" fmla="*/ 125 w 218"/>
                <a:gd name="T35" fmla="*/ 0 h 380"/>
                <a:gd name="T36" fmla="*/ 169 w 218"/>
                <a:gd name="T37" fmla="*/ 6 h 380"/>
                <a:gd name="T38" fmla="*/ 204 w 218"/>
                <a:gd name="T39" fmla="*/ 25 h 380"/>
                <a:gd name="T40" fmla="*/ 196 w 218"/>
                <a:gd name="T41" fmla="*/ 44 h 380"/>
                <a:gd name="T42" fmla="*/ 189 w 218"/>
                <a:gd name="T43" fmla="*/ 70 h 380"/>
                <a:gd name="T44" fmla="*/ 183 w 218"/>
                <a:gd name="T45" fmla="*/ 70 h 380"/>
                <a:gd name="T46" fmla="*/ 176 w 218"/>
                <a:gd name="T47" fmla="*/ 53 h 380"/>
                <a:gd name="T48" fmla="*/ 164 w 218"/>
                <a:gd name="T49" fmla="*/ 37 h 380"/>
                <a:gd name="T50" fmla="*/ 145 w 218"/>
                <a:gd name="T51" fmla="*/ 25 h 380"/>
                <a:gd name="T52" fmla="*/ 120 w 218"/>
                <a:gd name="T53" fmla="*/ 20 h 380"/>
                <a:gd name="T54" fmla="*/ 92 w 218"/>
                <a:gd name="T55" fmla="*/ 24 h 380"/>
                <a:gd name="T56" fmla="*/ 70 w 218"/>
                <a:gd name="T57" fmla="*/ 38 h 380"/>
                <a:gd name="T58" fmla="*/ 56 w 218"/>
                <a:gd name="T59" fmla="*/ 59 h 380"/>
                <a:gd name="T60" fmla="*/ 51 w 218"/>
                <a:gd name="T61" fmla="*/ 86 h 380"/>
                <a:gd name="T62" fmla="*/ 63 w 218"/>
                <a:gd name="T63" fmla="*/ 125 h 380"/>
                <a:gd name="T64" fmla="*/ 94 w 218"/>
                <a:gd name="T65" fmla="*/ 149 h 380"/>
                <a:gd name="T66" fmla="*/ 135 w 218"/>
                <a:gd name="T67" fmla="*/ 167 h 380"/>
                <a:gd name="T68" fmla="*/ 175 w 218"/>
                <a:gd name="T69" fmla="*/ 186 h 380"/>
                <a:gd name="T70" fmla="*/ 206 w 218"/>
                <a:gd name="T71" fmla="*/ 214 h 380"/>
                <a:gd name="T72" fmla="*/ 218 w 218"/>
                <a:gd name="T73" fmla="*/ 261 h 380"/>
                <a:gd name="T74" fmla="*/ 209 w 218"/>
                <a:gd name="T75" fmla="*/ 308 h 380"/>
                <a:gd name="T76" fmla="*/ 184 w 218"/>
                <a:gd name="T77" fmla="*/ 346 h 380"/>
                <a:gd name="T78" fmla="*/ 143 w 218"/>
                <a:gd name="T79" fmla="*/ 371 h 380"/>
                <a:gd name="T80" fmla="*/ 88 w 218"/>
                <a:gd name="T81" fmla="*/ 380 h 380"/>
                <a:gd name="T82" fmla="*/ 34 w 218"/>
                <a:gd name="T83" fmla="*/ 371 h 380"/>
                <a:gd name="T84" fmla="*/ 0 w 218"/>
                <a:gd name="T85" fmla="*/ 352 h 380"/>
                <a:gd name="T86" fmla="*/ 7 w 218"/>
                <a:gd name="T87" fmla="*/ 330 h 380"/>
                <a:gd name="T88" fmla="*/ 10 w 218"/>
                <a:gd name="T89" fmla="*/ 304 h 380"/>
                <a:gd name="T90" fmla="*/ 17 w 218"/>
                <a:gd name="T91" fmla="*/ 304 h 380"/>
                <a:gd name="T92" fmla="*/ 28 w 218"/>
                <a:gd name="T93" fmla="*/ 324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380">
                  <a:moveTo>
                    <a:pt x="28" y="324"/>
                  </a:moveTo>
                  <a:cubicBezTo>
                    <a:pt x="33" y="330"/>
                    <a:pt x="39" y="336"/>
                    <a:pt x="46" y="342"/>
                  </a:cubicBezTo>
                  <a:cubicBezTo>
                    <a:pt x="52" y="347"/>
                    <a:pt x="61" y="351"/>
                    <a:pt x="70" y="355"/>
                  </a:cubicBezTo>
                  <a:cubicBezTo>
                    <a:pt x="79" y="358"/>
                    <a:pt x="89" y="360"/>
                    <a:pt x="101" y="360"/>
                  </a:cubicBezTo>
                  <a:cubicBezTo>
                    <a:pt x="112" y="360"/>
                    <a:pt x="123" y="358"/>
                    <a:pt x="132" y="353"/>
                  </a:cubicBezTo>
                  <a:cubicBezTo>
                    <a:pt x="142" y="349"/>
                    <a:pt x="150" y="344"/>
                    <a:pt x="156" y="337"/>
                  </a:cubicBezTo>
                  <a:cubicBezTo>
                    <a:pt x="163" y="330"/>
                    <a:pt x="168" y="322"/>
                    <a:pt x="171" y="312"/>
                  </a:cubicBezTo>
                  <a:cubicBezTo>
                    <a:pt x="175" y="303"/>
                    <a:pt x="177" y="293"/>
                    <a:pt x="177" y="282"/>
                  </a:cubicBezTo>
                  <a:cubicBezTo>
                    <a:pt x="177" y="266"/>
                    <a:pt x="172" y="253"/>
                    <a:pt x="164" y="243"/>
                  </a:cubicBezTo>
                  <a:cubicBezTo>
                    <a:pt x="156" y="234"/>
                    <a:pt x="145" y="226"/>
                    <a:pt x="133" y="219"/>
                  </a:cubicBezTo>
                  <a:cubicBezTo>
                    <a:pt x="121" y="213"/>
                    <a:pt x="107" y="207"/>
                    <a:pt x="93" y="202"/>
                  </a:cubicBezTo>
                  <a:cubicBezTo>
                    <a:pt x="79" y="196"/>
                    <a:pt x="65" y="190"/>
                    <a:pt x="53" y="181"/>
                  </a:cubicBezTo>
                  <a:cubicBezTo>
                    <a:pt x="40" y="173"/>
                    <a:pt x="30" y="163"/>
                    <a:pt x="22" y="151"/>
                  </a:cubicBezTo>
                  <a:cubicBezTo>
                    <a:pt x="14" y="138"/>
                    <a:pt x="9" y="122"/>
                    <a:pt x="9" y="101"/>
                  </a:cubicBezTo>
                  <a:cubicBezTo>
                    <a:pt x="9" y="86"/>
                    <a:pt x="12" y="72"/>
                    <a:pt x="17" y="60"/>
                  </a:cubicBezTo>
                  <a:cubicBezTo>
                    <a:pt x="23" y="47"/>
                    <a:pt x="30" y="37"/>
                    <a:pt x="41" y="28"/>
                  </a:cubicBezTo>
                  <a:cubicBezTo>
                    <a:pt x="51" y="19"/>
                    <a:pt x="63" y="12"/>
                    <a:pt x="77" y="7"/>
                  </a:cubicBezTo>
                  <a:cubicBezTo>
                    <a:pt x="91" y="2"/>
                    <a:pt x="107" y="0"/>
                    <a:pt x="125" y="0"/>
                  </a:cubicBezTo>
                  <a:cubicBezTo>
                    <a:pt x="142" y="0"/>
                    <a:pt x="157" y="2"/>
                    <a:pt x="169" y="6"/>
                  </a:cubicBezTo>
                  <a:cubicBezTo>
                    <a:pt x="182" y="10"/>
                    <a:pt x="193" y="16"/>
                    <a:pt x="204" y="25"/>
                  </a:cubicBezTo>
                  <a:cubicBezTo>
                    <a:pt x="201" y="31"/>
                    <a:pt x="198" y="37"/>
                    <a:pt x="196" y="44"/>
                  </a:cubicBezTo>
                  <a:cubicBezTo>
                    <a:pt x="194" y="51"/>
                    <a:pt x="191" y="59"/>
                    <a:pt x="189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1" y="65"/>
                    <a:pt x="179" y="59"/>
                    <a:pt x="176" y="53"/>
                  </a:cubicBezTo>
                  <a:cubicBezTo>
                    <a:pt x="173" y="47"/>
                    <a:pt x="169" y="42"/>
                    <a:pt x="164" y="37"/>
                  </a:cubicBezTo>
                  <a:cubicBezTo>
                    <a:pt x="158" y="32"/>
                    <a:pt x="152" y="28"/>
                    <a:pt x="145" y="25"/>
                  </a:cubicBezTo>
                  <a:cubicBezTo>
                    <a:pt x="138" y="21"/>
                    <a:pt x="130" y="20"/>
                    <a:pt x="120" y="20"/>
                  </a:cubicBezTo>
                  <a:cubicBezTo>
                    <a:pt x="110" y="20"/>
                    <a:pt x="101" y="21"/>
                    <a:pt x="92" y="24"/>
                  </a:cubicBezTo>
                  <a:cubicBezTo>
                    <a:pt x="84" y="28"/>
                    <a:pt x="77" y="32"/>
                    <a:pt x="70" y="38"/>
                  </a:cubicBezTo>
                  <a:cubicBezTo>
                    <a:pt x="64" y="44"/>
                    <a:pt x="59" y="51"/>
                    <a:pt x="56" y="59"/>
                  </a:cubicBezTo>
                  <a:cubicBezTo>
                    <a:pt x="53" y="67"/>
                    <a:pt x="51" y="76"/>
                    <a:pt x="51" y="86"/>
                  </a:cubicBezTo>
                  <a:cubicBezTo>
                    <a:pt x="51" y="102"/>
                    <a:pt x="55" y="115"/>
                    <a:pt x="63" y="125"/>
                  </a:cubicBezTo>
                  <a:cubicBezTo>
                    <a:pt x="72" y="135"/>
                    <a:pt x="82" y="143"/>
                    <a:pt x="94" y="149"/>
                  </a:cubicBezTo>
                  <a:cubicBezTo>
                    <a:pt x="107" y="156"/>
                    <a:pt x="120" y="162"/>
                    <a:pt x="135" y="167"/>
                  </a:cubicBezTo>
                  <a:cubicBezTo>
                    <a:pt x="149" y="172"/>
                    <a:pt x="162" y="178"/>
                    <a:pt x="175" y="186"/>
                  </a:cubicBezTo>
                  <a:cubicBezTo>
                    <a:pt x="187" y="193"/>
                    <a:pt x="197" y="203"/>
                    <a:pt x="206" y="214"/>
                  </a:cubicBezTo>
                  <a:cubicBezTo>
                    <a:pt x="214" y="226"/>
                    <a:pt x="218" y="242"/>
                    <a:pt x="218" y="261"/>
                  </a:cubicBezTo>
                  <a:cubicBezTo>
                    <a:pt x="218" y="278"/>
                    <a:pt x="215" y="293"/>
                    <a:pt x="209" y="308"/>
                  </a:cubicBezTo>
                  <a:cubicBezTo>
                    <a:pt x="203" y="322"/>
                    <a:pt x="195" y="335"/>
                    <a:pt x="184" y="346"/>
                  </a:cubicBezTo>
                  <a:cubicBezTo>
                    <a:pt x="173" y="357"/>
                    <a:pt x="159" y="365"/>
                    <a:pt x="143" y="371"/>
                  </a:cubicBezTo>
                  <a:cubicBezTo>
                    <a:pt x="127" y="377"/>
                    <a:pt x="108" y="380"/>
                    <a:pt x="88" y="380"/>
                  </a:cubicBezTo>
                  <a:cubicBezTo>
                    <a:pt x="66" y="380"/>
                    <a:pt x="48" y="377"/>
                    <a:pt x="34" y="371"/>
                  </a:cubicBezTo>
                  <a:cubicBezTo>
                    <a:pt x="21" y="366"/>
                    <a:pt x="9" y="359"/>
                    <a:pt x="0" y="352"/>
                  </a:cubicBezTo>
                  <a:cubicBezTo>
                    <a:pt x="3" y="344"/>
                    <a:pt x="6" y="336"/>
                    <a:pt x="7" y="330"/>
                  </a:cubicBezTo>
                  <a:cubicBezTo>
                    <a:pt x="8" y="323"/>
                    <a:pt x="9" y="315"/>
                    <a:pt x="10" y="304"/>
                  </a:cubicBezTo>
                  <a:cubicBezTo>
                    <a:pt x="17" y="304"/>
                    <a:pt x="17" y="304"/>
                    <a:pt x="17" y="304"/>
                  </a:cubicBezTo>
                  <a:cubicBezTo>
                    <a:pt x="19" y="311"/>
                    <a:pt x="23" y="317"/>
                    <a:pt x="28" y="3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Freeform 310"/>
            <p:cNvSpPr>
              <a:spLocks/>
            </p:cNvSpPr>
            <p:nvPr userDrawn="1"/>
          </p:nvSpPr>
          <p:spPr bwMode="auto">
            <a:xfrm>
              <a:off x="3856038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2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2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3 w 139"/>
                <a:gd name="T33" fmla="*/ 262 h 329"/>
                <a:gd name="T34" fmla="*/ 78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9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6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5 w 139"/>
                <a:gd name="T79" fmla="*/ 51 h 329"/>
                <a:gd name="T80" fmla="*/ 34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8" y="77"/>
                    <a:pt x="119" y="77"/>
                    <a:pt x="132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2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3" y="262"/>
                  </a:cubicBezTo>
                  <a:cubicBezTo>
                    <a:pt x="73" y="272"/>
                    <a:pt x="75" y="280"/>
                    <a:pt x="78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2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2" y="328"/>
                    <a:pt x="105" y="329"/>
                    <a:pt x="98" y="329"/>
                  </a:cubicBezTo>
                  <a:cubicBezTo>
                    <a:pt x="76" y="329"/>
                    <a:pt x="59" y="323"/>
                    <a:pt x="49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4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6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4" y="98"/>
                    <a:pt x="0" y="99"/>
                  </a:cubicBezTo>
                  <a:cubicBezTo>
                    <a:pt x="0" y="96"/>
                    <a:pt x="1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1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5" y="61"/>
                    <a:pt x="35" y="51"/>
                  </a:cubicBezTo>
                  <a:cubicBezTo>
                    <a:pt x="34" y="40"/>
                    <a:pt x="34" y="29"/>
                    <a:pt x="34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311"/>
            <p:cNvSpPr>
              <a:spLocks/>
            </p:cNvSpPr>
            <p:nvPr userDrawn="1"/>
          </p:nvSpPr>
          <p:spPr bwMode="auto">
            <a:xfrm>
              <a:off x="3938588" y="4886325"/>
              <a:ext cx="49213" cy="100013"/>
            </a:xfrm>
            <a:custGeom>
              <a:avLst/>
              <a:gdLst>
                <a:gd name="T0" fmla="*/ 111 w 129"/>
                <a:gd name="T1" fmla="*/ 44 h 258"/>
                <a:gd name="T2" fmla="*/ 96 w 129"/>
                <a:gd name="T3" fmla="*/ 41 h 258"/>
                <a:gd name="T4" fmla="*/ 73 w 129"/>
                <a:gd name="T5" fmla="*/ 47 h 258"/>
                <a:gd name="T6" fmla="*/ 56 w 129"/>
                <a:gd name="T7" fmla="*/ 63 h 258"/>
                <a:gd name="T8" fmla="*/ 45 w 129"/>
                <a:gd name="T9" fmla="*/ 86 h 258"/>
                <a:gd name="T10" fmla="*/ 41 w 129"/>
                <a:gd name="T11" fmla="*/ 115 h 258"/>
                <a:gd name="T12" fmla="*/ 41 w 129"/>
                <a:gd name="T13" fmla="*/ 173 h 258"/>
                <a:gd name="T14" fmla="*/ 42 w 129"/>
                <a:gd name="T15" fmla="*/ 228 h 258"/>
                <a:gd name="T16" fmla="*/ 44 w 129"/>
                <a:gd name="T17" fmla="*/ 258 h 258"/>
                <a:gd name="T18" fmla="*/ 22 w 129"/>
                <a:gd name="T19" fmla="*/ 257 h 258"/>
                <a:gd name="T20" fmla="*/ 0 w 129"/>
                <a:gd name="T21" fmla="*/ 258 h 258"/>
                <a:gd name="T22" fmla="*/ 2 w 129"/>
                <a:gd name="T23" fmla="*/ 209 h 258"/>
                <a:gd name="T24" fmla="*/ 2 w 129"/>
                <a:gd name="T25" fmla="*/ 133 h 258"/>
                <a:gd name="T26" fmla="*/ 2 w 129"/>
                <a:gd name="T27" fmla="*/ 116 h 258"/>
                <a:gd name="T28" fmla="*/ 2 w 129"/>
                <a:gd name="T29" fmla="*/ 68 h 258"/>
                <a:gd name="T30" fmla="*/ 0 w 129"/>
                <a:gd name="T31" fmla="*/ 6 h 258"/>
                <a:gd name="T32" fmla="*/ 11 w 129"/>
                <a:gd name="T33" fmla="*/ 8 h 258"/>
                <a:gd name="T34" fmla="*/ 22 w 129"/>
                <a:gd name="T35" fmla="*/ 8 h 258"/>
                <a:gd name="T36" fmla="*/ 33 w 129"/>
                <a:gd name="T37" fmla="*/ 8 h 258"/>
                <a:gd name="T38" fmla="*/ 44 w 129"/>
                <a:gd name="T39" fmla="*/ 6 h 258"/>
                <a:gd name="T40" fmla="*/ 41 w 129"/>
                <a:gd name="T41" fmla="*/ 36 h 258"/>
                <a:gd name="T42" fmla="*/ 41 w 129"/>
                <a:gd name="T43" fmla="*/ 57 h 258"/>
                <a:gd name="T44" fmla="*/ 42 w 129"/>
                <a:gd name="T45" fmla="*/ 58 h 258"/>
                <a:gd name="T46" fmla="*/ 112 w 129"/>
                <a:gd name="T47" fmla="*/ 0 h 258"/>
                <a:gd name="T48" fmla="*/ 120 w 129"/>
                <a:gd name="T49" fmla="*/ 1 h 258"/>
                <a:gd name="T50" fmla="*/ 129 w 129"/>
                <a:gd name="T51" fmla="*/ 4 h 258"/>
                <a:gd name="T52" fmla="*/ 126 w 129"/>
                <a:gd name="T53" fmla="*/ 23 h 258"/>
                <a:gd name="T54" fmla="*/ 125 w 129"/>
                <a:gd name="T55" fmla="*/ 47 h 258"/>
                <a:gd name="T56" fmla="*/ 122 w 129"/>
                <a:gd name="T57" fmla="*/ 50 h 258"/>
                <a:gd name="T58" fmla="*/ 111 w 129"/>
                <a:gd name="T59" fmla="*/ 4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9" h="258">
                  <a:moveTo>
                    <a:pt x="111" y="44"/>
                  </a:moveTo>
                  <a:cubicBezTo>
                    <a:pt x="106" y="42"/>
                    <a:pt x="101" y="41"/>
                    <a:pt x="96" y="41"/>
                  </a:cubicBezTo>
                  <a:cubicBezTo>
                    <a:pt x="87" y="41"/>
                    <a:pt x="79" y="43"/>
                    <a:pt x="73" y="47"/>
                  </a:cubicBezTo>
                  <a:cubicBezTo>
                    <a:pt x="66" y="51"/>
                    <a:pt x="60" y="56"/>
                    <a:pt x="56" y="63"/>
                  </a:cubicBezTo>
                  <a:cubicBezTo>
                    <a:pt x="51" y="69"/>
                    <a:pt x="48" y="77"/>
                    <a:pt x="45" y="86"/>
                  </a:cubicBezTo>
                  <a:cubicBezTo>
                    <a:pt x="43" y="95"/>
                    <a:pt x="41" y="105"/>
                    <a:pt x="41" y="115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97"/>
                    <a:pt x="41" y="215"/>
                    <a:pt x="42" y="228"/>
                  </a:cubicBezTo>
                  <a:cubicBezTo>
                    <a:pt x="42" y="240"/>
                    <a:pt x="43" y="250"/>
                    <a:pt x="44" y="258"/>
                  </a:cubicBezTo>
                  <a:cubicBezTo>
                    <a:pt x="37" y="258"/>
                    <a:pt x="30" y="257"/>
                    <a:pt x="22" y="257"/>
                  </a:cubicBezTo>
                  <a:cubicBezTo>
                    <a:pt x="14" y="257"/>
                    <a:pt x="7" y="258"/>
                    <a:pt x="0" y="258"/>
                  </a:cubicBezTo>
                  <a:cubicBezTo>
                    <a:pt x="1" y="246"/>
                    <a:pt x="2" y="230"/>
                    <a:pt x="2" y="209"/>
                  </a:cubicBezTo>
                  <a:cubicBezTo>
                    <a:pt x="2" y="188"/>
                    <a:pt x="2" y="163"/>
                    <a:pt x="2" y="133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02"/>
                    <a:pt x="2" y="86"/>
                    <a:pt x="2" y="68"/>
                  </a:cubicBezTo>
                  <a:cubicBezTo>
                    <a:pt x="2" y="50"/>
                    <a:pt x="1" y="29"/>
                    <a:pt x="0" y="6"/>
                  </a:cubicBezTo>
                  <a:cubicBezTo>
                    <a:pt x="4" y="6"/>
                    <a:pt x="7" y="7"/>
                    <a:pt x="11" y="8"/>
                  </a:cubicBezTo>
                  <a:cubicBezTo>
                    <a:pt x="15" y="8"/>
                    <a:pt x="18" y="8"/>
                    <a:pt x="22" y="8"/>
                  </a:cubicBezTo>
                  <a:cubicBezTo>
                    <a:pt x="26" y="8"/>
                    <a:pt x="29" y="8"/>
                    <a:pt x="33" y="8"/>
                  </a:cubicBezTo>
                  <a:cubicBezTo>
                    <a:pt x="36" y="7"/>
                    <a:pt x="40" y="6"/>
                    <a:pt x="44" y="6"/>
                  </a:cubicBezTo>
                  <a:cubicBezTo>
                    <a:pt x="42" y="18"/>
                    <a:pt x="41" y="29"/>
                    <a:pt x="41" y="36"/>
                  </a:cubicBezTo>
                  <a:cubicBezTo>
                    <a:pt x="41" y="43"/>
                    <a:pt x="41" y="50"/>
                    <a:pt x="41" y="57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63" y="19"/>
                    <a:pt x="86" y="0"/>
                    <a:pt x="112" y="0"/>
                  </a:cubicBezTo>
                  <a:cubicBezTo>
                    <a:pt x="115" y="0"/>
                    <a:pt x="118" y="1"/>
                    <a:pt x="120" y="1"/>
                  </a:cubicBezTo>
                  <a:cubicBezTo>
                    <a:pt x="123" y="1"/>
                    <a:pt x="126" y="2"/>
                    <a:pt x="129" y="4"/>
                  </a:cubicBezTo>
                  <a:cubicBezTo>
                    <a:pt x="127" y="8"/>
                    <a:pt x="126" y="14"/>
                    <a:pt x="126" y="23"/>
                  </a:cubicBezTo>
                  <a:cubicBezTo>
                    <a:pt x="126" y="32"/>
                    <a:pt x="125" y="40"/>
                    <a:pt x="125" y="47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0" y="47"/>
                    <a:pt x="116" y="46"/>
                    <a:pt x="111" y="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312"/>
            <p:cNvSpPr>
              <a:spLocks noEditPoints="1"/>
            </p:cNvSpPr>
            <p:nvPr userDrawn="1"/>
          </p:nvSpPr>
          <p:spPr bwMode="auto">
            <a:xfrm>
              <a:off x="4008438" y="4886325"/>
              <a:ext cx="87313" cy="101600"/>
            </a:xfrm>
            <a:custGeom>
              <a:avLst/>
              <a:gdLst>
                <a:gd name="T0" fmla="*/ 134 w 225"/>
                <a:gd name="T1" fmla="*/ 131 h 264"/>
                <a:gd name="T2" fmla="*/ 110 w 225"/>
                <a:gd name="T3" fmla="*/ 136 h 264"/>
                <a:gd name="T4" fmla="*/ 85 w 225"/>
                <a:gd name="T5" fmla="*/ 142 h 264"/>
                <a:gd name="T6" fmla="*/ 64 w 225"/>
                <a:gd name="T7" fmla="*/ 152 h 264"/>
                <a:gd name="T8" fmla="*/ 49 w 225"/>
                <a:gd name="T9" fmla="*/ 168 h 264"/>
                <a:gd name="T10" fmla="*/ 43 w 225"/>
                <a:gd name="T11" fmla="*/ 193 h 264"/>
                <a:gd name="T12" fmla="*/ 58 w 225"/>
                <a:gd name="T13" fmla="*/ 231 h 264"/>
                <a:gd name="T14" fmla="*/ 90 w 225"/>
                <a:gd name="T15" fmla="*/ 244 h 264"/>
                <a:gd name="T16" fmla="*/ 127 w 225"/>
                <a:gd name="T17" fmla="*/ 233 h 264"/>
                <a:gd name="T18" fmla="*/ 153 w 225"/>
                <a:gd name="T19" fmla="*/ 206 h 264"/>
                <a:gd name="T20" fmla="*/ 155 w 225"/>
                <a:gd name="T21" fmla="*/ 126 h 264"/>
                <a:gd name="T22" fmla="*/ 134 w 225"/>
                <a:gd name="T23" fmla="*/ 131 h 264"/>
                <a:gd name="T24" fmla="*/ 68 w 225"/>
                <a:gd name="T25" fmla="*/ 7 h 264"/>
                <a:gd name="T26" fmla="*/ 109 w 225"/>
                <a:gd name="T27" fmla="*/ 0 h 264"/>
                <a:gd name="T28" fmla="*/ 144 w 225"/>
                <a:gd name="T29" fmla="*/ 6 h 264"/>
                <a:gd name="T30" fmla="*/ 172 w 225"/>
                <a:gd name="T31" fmla="*/ 22 h 264"/>
                <a:gd name="T32" fmla="*/ 189 w 225"/>
                <a:gd name="T33" fmla="*/ 47 h 264"/>
                <a:gd name="T34" fmla="*/ 196 w 225"/>
                <a:gd name="T35" fmla="*/ 79 h 264"/>
                <a:gd name="T36" fmla="*/ 194 w 225"/>
                <a:gd name="T37" fmla="*/ 140 h 264"/>
                <a:gd name="T38" fmla="*/ 193 w 225"/>
                <a:gd name="T39" fmla="*/ 204 h 264"/>
                <a:gd name="T40" fmla="*/ 193 w 225"/>
                <a:gd name="T41" fmla="*/ 217 h 264"/>
                <a:gd name="T42" fmla="*/ 196 w 225"/>
                <a:gd name="T43" fmla="*/ 230 h 264"/>
                <a:gd name="T44" fmla="*/ 202 w 225"/>
                <a:gd name="T45" fmla="*/ 239 h 264"/>
                <a:gd name="T46" fmla="*/ 214 w 225"/>
                <a:gd name="T47" fmla="*/ 243 h 264"/>
                <a:gd name="T48" fmla="*/ 220 w 225"/>
                <a:gd name="T49" fmla="*/ 243 h 264"/>
                <a:gd name="T50" fmla="*/ 225 w 225"/>
                <a:gd name="T51" fmla="*/ 241 h 264"/>
                <a:gd name="T52" fmla="*/ 225 w 225"/>
                <a:gd name="T53" fmla="*/ 252 h 264"/>
                <a:gd name="T54" fmla="*/ 210 w 225"/>
                <a:gd name="T55" fmla="*/ 257 h 264"/>
                <a:gd name="T56" fmla="*/ 191 w 225"/>
                <a:gd name="T57" fmla="*/ 258 h 264"/>
                <a:gd name="T58" fmla="*/ 165 w 225"/>
                <a:gd name="T59" fmla="*/ 249 h 264"/>
                <a:gd name="T60" fmla="*/ 154 w 225"/>
                <a:gd name="T61" fmla="*/ 227 h 264"/>
                <a:gd name="T62" fmla="*/ 116 w 225"/>
                <a:gd name="T63" fmla="*/ 255 h 264"/>
                <a:gd name="T64" fmla="*/ 71 w 225"/>
                <a:gd name="T65" fmla="*/ 264 h 264"/>
                <a:gd name="T66" fmla="*/ 45 w 225"/>
                <a:gd name="T67" fmla="*/ 260 h 264"/>
                <a:gd name="T68" fmla="*/ 22 w 225"/>
                <a:gd name="T69" fmla="*/ 248 h 264"/>
                <a:gd name="T70" fmla="*/ 6 w 225"/>
                <a:gd name="T71" fmla="*/ 227 h 264"/>
                <a:gd name="T72" fmla="*/ 0 w 225"/>
                <a:gd name="T73" fmla="*/ 200 h 264"/>
                <a:gd name="T74" fmla="*/ 20 w 225"/>
                <a:gd name="T75" fmla="*/ 151 h 264"/>
                <a:gd name="T76" fmla="*/ 75 w 225"/>
                <a:gd name="T77" fmla="*/ 127 h 264"/>
                <a:gd name="T78" fmla="*/ 120 w 225"/>
                <a:gd name="T79" fmla="*/ 119 h 264"/>
                <a:gd name="T80" fmla="*/ 144 w 225"/>
                <a:gd name="T81" fmla="*/ 112 h 264"/>
                <a:gd name="T82" fmla="*/ 153 w 225"/>
                <a:gd name="T83" fmla="*/ 103 h 264"/>
                <a:gd name="T84" fmla="*/ 155 w 225"/>
                <a:gd name="T85" fmla="*/ 90 h 264"/>
                <a:gd name="T86" fmla="*/ 152 w 225"/>
                <a:gd name="T87" fmla="*/ 64 h 264"/>
                <a:gd name="T88" fmla="*/ 142 w 225"/>
                <a:gd name="T89" fmla="*/ 43 h 264"/>
                <a:gd name="T90" fmla="*/ 124 w 225"/>
                <a:gd name="T91" fmla="*/ 28 h 264"/>
                <a:gd name="T92" fmla="*/ 96 w 225"/>
                <a:gd name="T93" fmla="*/ 23 h 264"/>
                <a:gd name="T94" fmla="*/ 57 w 225"/>
                <a:gd name="T95" fmla="*/ 32 h 264"/>
                <a:gd name="T96" fmla="*/ 29 w 225"/>
                <a:gd name="T97" fmla="*/ 59 h 264"/>
                <a:gd name="T98" fmla="*/ 23 w 225"/>
                <a:gd name="T99" fmla="*/ 59 h 264"/>
                <a:gd name="T100" fmla="*/ 23 w 225"/>
                <a:gd name="T101" fmla="*/ 31 h 264"/>
                <a:gd name="T102" fmla="*/ 68 w 225"/>
                <a:gd name="T103" fmla="*/ 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5" h="264">
                  <a:moveTo>
                    <a:pt x="134" y="131"/>
                  </a:moveTo>
                  <a:cubicBezTo>
                    <a:pt x="126" y="133"/>
                    <a:pt x="118" y="134"/>
                    <a:pt x="110" y="136"/>
                  </a:cubicBezTo>
                  <a:cubicBezTo>
                    <a:pt x="101" y="138"/>
                    <a:pt x="93" y="140"/>
                    <a:pt x="85" y="142"/>
                  </a:cubicBezTo>
                  <a:cubicBezTo>
                    <a:pt x="77" y="145"/>
                    <a:pt x="70" y="148"/>
                    <a:pt x="64" y="152"/>
                  </a:cubicBezTo>
                  <a:cubicBezTo>
                    <a:pt x="58" y="157"/>
                    <a:pt x="53" y="162"/>
                    <a:pt x="49" y="168"/>
                  </a:cubicBezTo>
                  <a:cubicBezTo>
                    <a:pt x="45" y="175"/>
                    <a:pt x="43" y="183"/>
                    <a:pt x="43" y="193"/>
                  </a:cubicBezTo>
                  <a:cubicBezTo>
                    <a:pt x="43" y="210"/>
                    <a:pt x="48" y="223"/>
                    <a:pt x="58" y="231"/>
                  </a:cubicBezTo>
                  <a:cubicBezTo>
                    <a:pt x="67" y="240"/>
                    <a:pt x="78" y="244"/>
                    <a:pt x="90" y="244"/>
                  </a:cubicBezTo>
                  <a:cubicBezTo>
                    <a:pt x="103" y="244"/>
                    <a:pt x="116" y="240"/>
                    <a:pt x="127" y="233"/>
                  </a:cubicBezTo>
                  <a:cubicBezTo>
                    <a:pt x="138" y="225"/>
                    <a:pt x="147" y="216"/>
                    <a:pt x="153" y="206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49" y="128"/>
                    <a:pt x="142" y="130"/>
                    <a:pt x="134" y="131"/>
                  </a:cubicBezTo>
                  <a:close/>
                  <a:moveTo>
                    <a:pt x="68" y="7"/>
                  </a:moveTo>
                  <a:cubicBezTo>
                    <a:pt x="81" y="2"/>
                    <a:pt x="95" y="0"/>
                    <a:pt x="109" y="0"/>
                  </a:cubicBezTo>
                  <a:cubicBezTo>
                    <a:pt x="122" y="0"/>
                    <a:pt x="134" y="2"/>
                    <a:pt x="144" y="6"/>
                  </a:cubicBezTo>
                  <a:cubicBezTo>
                    <a:pt x="155" y="10"/>
                    <a:pt x="164" y="15"/>
                    <a:pt x="172" y="22"/>
                  </a:cubicBezTo>
                  <a:cubicBezTo>
                    <a:pt x="179" y="29"/>
                    <a:pt x="185" y="37"/>
                    <a:pt x="189" y="47"/>
                  </a:cubicBezTo>
                  <a:cubicBezTo>
                    <a:pt x="194" y="57"/>
                    <a:pt x="196" y="68"/>
                    <a:pt x="196" y="79"/>
                  </a:cubicBezTo>
                  <a:cubicBezTo>
                    <a:pt x="196" y="100"/>
                    <a:pt x="195" y="120"/>
                    <a:pt x="194" y="140"/>
                  </a:cubicBezTo>
                  <a:cubicBezTo>
                    <a:pt x="194" y="160"/>
                    <a:pt x="193" y="181"/>
                    <a:pt x="193" y="204"/>
                  </a:cubicBezTo>
                  <a:cubicBezTo>
                    <a:pt x="193" y="208"/>
                    <a:pt x="193" y="212"/>
                    <a:pt x="193" y="217"/>
                  </a:cubicBezTo>
                  <a:cubicBezTo>
                    <a:pt x="194" y="222"/>
                    <a:pt x="194" y="226"/>
                    <a:pt x="196" y="230"/>
                  </a:cubicBezTo>
                  <a:cubicBezTo>
                    <a:pt x="197" y="234"/>
                    <a:pt x="199" y="237"/>
                    <a:pt x="202" y="239"/>
                  </a:cubicBezTo>
                  <a:cubicBezTo>
                    <a:pt x="205" y="242"/>
                    <a:pt x="209" y="243"/>
                    <a:pt x="214" y="243"/>
                  </a:cubicBezTo>
                  <a:cubicBezTo>
                    <a:pt x="216" y="243"/>
                    <a:pt x="218" y="243"/>
                    <a:pt x="220" y="243"/>
                  </a:cubicBezTo>
                  <a:cubicBezTo>
                    <a:pt x="221" y="243"/>
                    <a:pt x="223" y="242"/>
                    <a:pt x="225" y="241"/>
                  </a:cubicBezTo>
                  <a:cubicBezTo>
                    <a:pt x="225" y="252"/>
                    <a:pt x="225" y="252"/>
                    <a:pt x="225" y="252"/>
                  </a:cubicBezTo>
                  <a:cubicBezTo>
                    <a:pt x="221" y="254"/>
                    <a:pt x="216" y="256"/>
                    <a:pt x="210" y="257"/>
                  </a:cubicBezTo>
                  <a:cubicBezTo>
                    <a:pt x="205" y="258"/>
                    <a:pt x="198" y="258"/>
                    <a:pt x="191" y="258"/>
                  </a:cubicBezTo>
                  <a:cubicBezTo>
                    <a:pt x="179" y="258"/>
                    <a:pt x="171" y="255"/>
                    <a:pt x="165" y="249"/>
                  </a:cubicBezTo>
                  <a:cubicBezTo>
                    <a:pt x="159" y="243"/>
                    <a:pt x="155" y="236"/>
                    <a:pt x="154" y="227"/>
                  </a:cubicBezTo>
                  <a:cubicBezTo>
                    <a:pt x="141" y="239"/>
                    <a:pt x="129" y="249"/>
                    <a:pt x="116" y="255"/>
                  </a:cubicBezTo>
                  <a:cubicBezTo>
                    <a:pt x="104" y="261"/>
                    <a:pt x="89" y="264"/>
                    <a:pt x="71" y="264"/>
                  </a:cubicBezTo>
                  <a:cubicBezTo>
                    <a:pt x="62" y="264"/>
                    <a:pt x="53" y="263"/>
                    <a:pt x="45" y="260"/>
                  </a:cubicBezTo>
                  <a:cubicBezTo>
                    <a:pt x="36" y="258"/>
                    <a:pt x="29" y="254"/>
                    <a:pt x="22" y="248"/>
                  </a:cubicBezTo>
                  <a:cubicBezTo>
                    <a:pt x="16" y="242"/>
                    <a:pt x="10" y="235"/>
                    <a:pt x="6" y="227"/>
                  </a:cubicBezTo>
                  <a:cubicBezTo>
                    <a:pt x="2" y="220"/>
                    <a:pt x="0" y="210"/>
                    <a:pt x="0" y="200"/>
                  </a:cubicBezTo>
                  <a:cubicBezTo>
                    <a:pt x="0" y="179"/>
                    <a:pt x="7" y="162"/>
                    <a:pt x="20" y="151"/>
                  </a:cubicBezTo>
                  <a:cubicBezTo>
                    <a:pt x="33" y="139"/>
                    <a:pt x="52" y="131"/>
                    <a:pt x="75" y="127"/>
                  </a:cubicBezTo>
                  <a:cubicBezTo>
                    <a:pt x="94" y="124"/>
                    <a:pt x="109" y="121"/>
                    <a:pt x="120" y="119"/>
                  </a:cubicBezTo>
                  <a:cubicBezTo>
                    <a:pt x="131" y="117"/>
                    <a:pt x="139" y="114"/>
                    <a:pt x="144" y="112"/>
                  </a:cubicBezTo>
                  <a:cubicBezTo>
                    <a:pt x="149" y="109"/>
                    <a:pt x="152" y="106"/>
                    <a:pt x="153" y="103"/>
                  </a:cubicBezTo>
                  <a:cubicBezTo>
                    <a:pt x="154" y="100"/>
                    <a:pt x="155" y="95"/>
                    <a:pt x="155" y="90"/>
                  </a:cubicBezTo>
                  <a:cubicBezTo>
                    <a:pt x="155" y="81"/>
                    <a:pt x="154" y="72"/>
                    <a:pt x="152" y="64"/>
                  </a:cubicBezTo>
                  <a:cubicBezTo>
                    <a:pt x="150" y="56"/>
                    <a:pt x="146" y="49"/>
                    <a:pt x="142" y="43"/>
                  </a:cubicBezTo>
                  <a:cubicBezTo>
                    <a:pt x="137" y="37"/>
                    <a:pt x="131" y="32"/>
                    <a:pt x="124" y="28"/>
                  </a:cubicBezTo>
                  <a:cubicBezTo>
                    <a:pt x="116" y="25"/>
                    <a:pt x="107" y="23"/>
                    <a:pt x="96" y="23"/>
                  </a:cubicBezTo>
                  <a:cubicBezTo>
                    <a:pt x="82" y="23"/>
                    <a:pt x="69" y="26"/>
                    <a:pt x="57" y="32"/>
                  </a:cubicBezTo>
                  <a:cubicBezTo>
                    <a:pt x="44" y="39"/>
                    <a:pt x="35" y="48"/>
                    <a:pt x="29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39" y="19"/>
                    <a:pt x="54" y="11"/>
                    <a:pt x="68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7" name="Freeform 313"/>
            <p:cNvSpPr>
              <a:spLocks/>
            </p:cNvSpPr>
            <p:nvPr userDrawn="1"/>
          </p:nvSpPr>
          <p:spPr bwMode="auto">
            <a:xfrm>
              <a:off x="4117975" y="4862513"/>
              <a:ext cx="53975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2 w 139"/>
                <a:gd name="T27" fmla="*/ 150 h 329"/>
                <a:gd name="T28" fmla="*/ 72 w 139"/>
                <a:gd name="T29" fmla="*/ 193 h 329"/>
                <a:gd name="T30" fmla="*/ 71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2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6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2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1" y="221"/>
                    <a:pt x="71" y="233"/>
                  </a:cubicBezTo>
                  <a:cubicBezTo>
                    <a:pt x="71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4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7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2" y="285"/>
                    <a:pt x="32" y="264"/>
                  </a:cubicBezTo>
                  <a:cubicBezTo>
                    <a:pt x="32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7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8" name="Freeform 314"/>
            <p:cNvSpPr>
              <a:spLocks noEditPoints="1"/>
            </p:cNvSpPr>
            <p:nvPr userDrawn="1"/>
          </p:nvSpPr>
          <p:spPr bwMode="auto">
            <a:xfrm>
              <a:off x="4191000" y="4886325"/>
              <a:ext cx="88900" cy="101600"/>
            </a:xfrm>
            <a:custGeom>
              <a:avLst/>
              <a:gdLst>
                <a:gd name="T0" fmla="*/ 89 w 231"/>
                <a:gd name="T1" fmla="*/ 26 h 264"/>
                <a:gd name="T2" fmla="*/ 67 w 231"/>
                <a:gd name="T3" fmla="*/ 49 h 264"/>
                <a:gd name="T4" fmla="*/ 54 w 231"/>
                <a:gd name="T5" fmla="*/ 79 h 264"/>
                <a:gd name="T6" fmla="*/ 48 w 231"/>
                <a:gd name="T7" fmla="*/ 109 h 264"/>
                <a:gd name="T8" fmla="*/ 82 w 231"/>
                <a:gd name="T9" fmla="*/ 110 h 264"/>
                <a:gd name="T10" fmla="*/ 117 w 231"/>
                <a:gd name="T11" fmla="*/ 111 h 264"/>
                <a:gd name="T12" fmla="*/ 153 w 231"/>
                <a:gd name="T13" fmla="*/ 110 h 264"/>
                <a:gd name="T14" fmla="*/ 188 w 231"/>
                <a:gd name="T15" fmla="*/ 109 h 264"/>
                <a:gd name="T16" fmla="*/ 185 w 231"/>
                <a:gd name="T17" fmla="*/ 79 h 264"/>
                <a:gd name="T18" fmla="*/ 176 w 231"/>
                <a:gd name="T19" fmla="*/ 49 h 264"/>
                <a:gd name="T20" fmla="*/ 156 w 231"/>
                <a:gd name="T21" fmla="*/ 26 h 264"/>
                <a:gd name="T22" fmla="*/ 122 w 231"/>
                <a:gd name="T23" fmla="*/ 17 h 264"/>
                <a:gd name="T24" fmla="*/ 89 w 231"/>
                <a:gd name="T25" fmla="*/ 26 h 264"/>
                <a:gd name="T26" fmla="*/ 31 w 231"/>
                <a:gd name="T27" fmla="*/ 38 h 264"/>
                <a:gd name="T28" fmla="*/ 121 w 231"/>
                <a:gd name="T29" fmla="*/ 0 h 264"/>
                <a:gd name="T30" fmla="*/ 170 w 231"/>
                <a:gd name="T31" fmla="*/ 9 h 264"/>
                <a:gd name="T32" fmla="*/ 204 w 231"/>
                <a:gd name="T33" fmla="*/ 32 h 264"/>
                <a:gd name="T34" fmla="*/ 224 w 231"/>
                <a:gd name="T35" fmla="*/ 67 h 264"/>
                <a:gd name="T36" fmla="*/ 231 w 231"/>
                <a:gd name="T37" fmla="*/ 109 h 264"/>
                <a:gd name="T38" fmla="*/ 231 w 231"/>
                <a:gd name="T39" fmla="*/ 119 h 264"/>
                <a:gd name="T40" fmla="*/ 230 w 231"/>
                <a:gd name="T41" fmla="*/ 129 h 264"/>
                <a:gd name="T42" fmla="*/ 173 w 231"/>
                <a:gd name="T43" fmla="*/ 128 h 264"/>
                <a:gd name="T44" fmla="*/ 117 w 231"/>
                <a:gd name="T45" fmla="*/ 128 h 264"/>
                <a:gd name="T46" fmla="*/ 82 w 231"/>
                <a:gd name="T47" fmla="*/ 128 h 264"/>
                <a:gd name="T48" fmla="*/ 47 w 231"/>
                <a:gd name="T49" fmla="*/ 129 h 264"/>
                <a:gd name="T50" fmla="*/ 46 w 231"/>
                <a:gd name="T51" fmla="*/ 137 h 264"/>
                <a:gd name="T52" fmla="*/ 46 w 231"/>
                <a:gd name="T53" fmla="*/ 144 h 264"/>
                <a:gd name="T54" fmla="*/ 53 w 231"/>
                <a:gd name="T55" fmla="*/ 184 h 264"/>
                <a:gd name="T56" fmla="*/ 70 w 231"/>
                <a:gd name="T57" fmla="*/ 215 h 264"/>
                <a:gd name="T58" fmla="*/ 99 w 231"/>
                <a:gd name="T59" fmla="*/ 236 h 264"/>
                <a:gd name="T60" fmla="*/ 138 w 231"/>
                <a:gd name="T61" fmla="*/ 244 h 264"/>
                <a:gd name="T62" fmla="*/ 160 w 231"/>
                <a:gd name="T63" fmla="*/ 241 h 264"/>
                <a:gd name="T64" fmla="*/ 182 w 231"/>
                <a:gd name="T65" fmla="*/ 233 h 264"/>
                <a:gd name="T66" fmla="*/ 202 w 231"/>
                <a:gd name="T67" fmla="*/ 221 h 264"/>
                <a:gd name="T68" fmla="*/ 218 w 231"/>
                <a:gd name="T69" fmla="*/ 205 h 264"/>
                <a:gd name="T70" fmla="*/ 221 w 231"/>
                <a:gd name="T71" fmla="*/ 207 h 264"/>
                <a:gd name="T72" fmla="*/ 217 w 231"/>
                <a:gd name="T73" fmla="*/ 233 h 264"/>
                <a:gd name="T74" fmla="*/ 178 w 231"/>
                <a:gd name="T75" fmla="*/ 255 h 264"/>
                <a:gd name="T76" fmla="*/ 129 w 231"/>
                <a:gd name="T77" fmla="*/ 264 h 264"/>
                <a:gd name="T78" fmla="*/ 76 w 231"/>
                <a:gd name="T79" fmla="*/ 255 h 264"/>
                <a:gd name="T80" fmla="*/ 36 w 231"/>
                <a:gd name="T81" fmla="*/ 230 h 264"/>
                <a:gd name="T82" fmla="*/ 9 w 231"/>
                <a:gd name="T83" fmla="*/ 190 h 264"/>
                <a:gd name="T84" fmla="*/ 0 w 231"/>
                <a:gd name="T85" fmla="*/ 140 h 264"/>
                <a:gd name="T86" fmla="*/ 31 w 231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1" h="264">
                  <a:moveTo>
                    <a:pt x="89" y="26"/>
                  </a:moveTo>
                  <a:cubicBezTo>
                    <a:pt x="80" y="32"/>
                    <a:pt x="73" y="40"/>
                    <a:pt x="67" y="49"/>
                  </a:cubicBezTo>
                  <a:cubicBezTo>
                    <a:pt x="61" y="58"/>
                    <a:pt x="57" y="68"/>
                    <a:pt x="54" y="79"/>
                  </a:cubicBezTo>
                  <a:cubicBezTo>
                    <a:pt x="51" y="89"/>
                    <a:pt x="49" y="100"/>
                    <a:pt x="48" y="109"/>
                  </a:cubicBezTo>
                  <a:cubicBezTo>
                    <a:pt x="59" y="110"/>
                    <a:pt x="70" y="110"/>
                    <a:pt x="82" y="110"/>
                  </a:cubicBezTo>
                  <a:cubicBezTo>
                    <a:pt x="94" y="111"/>
                    <a:pt x="106" y="111"/>
                    <a:pt x="117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6" y="110"/>
                    <a:pt x="188" y="109"/>
                  </a:cubicBezTo>
                  <a:cubicBezTo>
                    <a:pt x="188" y="100"/>
                    <a:pt x="187" y="90"/>
                    <a:pt x="185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1" y="40"/>
                    <a:pt x="164" y="32"/>
                    <a:pt x="156" y="26"/>
                  </a:cubicBezTo>
                  <a:cubicBezTo>
                    <a:pt x="147" y="20"/>
                    <a:pt x="136" y="17"/>
                    <a:pt x="122" y="17"/>
                  </a:cubicBezTo>
                  <a:cubicBezTo>
                    <a:pt x="109" y="17"/>
                    <a:pt x="98" y="20"/>
                    <a:pt x="89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1" y="0"/>
                  </a:cubicBezTo>
                  <a:cubicBezTo>
                    <a:pt x="140" y="0"/>
                    <a:pt x="156" y="3"/>
                    <a:pt x="170" y="9"/>
                  </a:cubicBezTo>
                  <a:cubicBezTo>
                    <a:pt x="183" y="15"/>
                    <a:pt x="195" y="23"/>
                    <a:pt x="204" y="32"/>
                  </a:cubicBezTo>
                  <a:cubicBezTo>
                    <a:pt x="213" y="42"/>
                    <a:pt x="220" y="54"/>
                    <a:pt x="224" y="67"/>
                  </a:cubicBezTo>
                  <a:cubicBezTo>
                    <a:pt x="229" y="80"/>
                    <a:pt x="231" y="94"/>
                    <a:pt x="231" y="109"/>
                  </a:cubicBezTo>
                  <a:cubicBezTo>
                    <a:pt x="231" y="112"/>
                    <a:pt x="231" y="116"/>
                    <a:pt x="231" y="119"/>
                  </a:cubicBezTo>
                  <a:cubicBezTo>
                    <a:pt x="231" y="122"/>
                    <a:pt x="230" y="126"/>
                    <a:pt x="230" y="129"/>
                  </a:cubicBezTo>
                  <a:cubicBezTo>
                    <a:pt x="211" y="129"/>
                    <a:pt x="192" y="128"/>
                    <a:pt x="173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5" y="128"/>
                    <a:pt x="93" y="128"/>
                    <a:pt x="82" y="128"/>
                  </a:cubicBezTo>
                  <a:cubicBezTo>
                    <a:pt x="71" y="128"/>
                    <a:pt x="59" y="129"/>
                    <a:pt x="47" y="129"/>
                  </a:cubicBezTo>
                  <a:cubicBezTo>
                    <a:pt x="47" y="131"/>
                    <a:pt x="46" y="134"/>
                    <a:pt x="46" y="137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58"/>
                    <a:pt x="48" y="171"/>
                    <a:pt x="53" y="184"/>
                  </a:cubicBezTo>
                  <a:cubicBezTo>
                    <a:pt x="57" y="196"/>
                    <a:pt x="63" y="206"/>
                    <a:pt x="70" y="215"/>
                  </a:cubicBezTo>
                  <a:cubicBezTo>
                    <a:pt x="78" y="224"/>
                    <a:pt x="88" y="231"/>
                    <a:pt x="99" y="236"/>
                  </a:cubicBezTo>
                  <a:cubicBezTo>
                    <a:pt x="110" y="241"/>
                    <a:pt x="123" y="244"/>
                    <a:pt x="138" y="244"/>
                  </a:cubicBezTo>
                  <a:cubicBezTo>
                    <a:pt x="145" y="244"/>
                    <a:pt x="153" y="243"/>
                    <a:pt x="160" y="241"/>
                  </a:cubicBezTo>
                  <a:cubicBezTo>
                    <a:pt x="167" y="239"/>
                    <a:pt x="175" y="236"/>
                    <a:pt x="182" y="233"/>
                  </a:cubicBezTo>
                  <a:cubicBezTo>
                    <a:pt x="189" y="229"/>
                    <a:pt x="195" y="225"/>
                    <a:pt x="202" y="221"/>
                  </a:cubicBezTo>
                  <a:cubicBezTo>
                    <a:pt x="208" y="216"/>
                    <a:pt x="213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7" y="233"/>
                    <a:pt x="217" y="233"/>
                    <a:pt x="217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2" y="261"/>
                    <a:pt x="146" y="264"/>
                    <a:pt x="129" y="264"/>
                  </a:cubicBezTo>
                  <a:cubicBezTo>
                    <a:pt x="110" y="264"/>
                    <a:pt x="92" y="261"/>
                    <a:pt x="76" y="255"/>
                  </a:cubicBezTo>
                  <a:cubicBezTo>
                    <a:pt x="61" y="249"/>
                    <a:pt x="47" y="241"/>
                    <a:pt x="36" y="230"/>
                  </a:cubicBezTo>
                  <a:cubicBezTo>
                    <a:pt x="24" y="218"/>
                    <a:pt x="15" y="205"/>
                    <a:pt x="9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0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9" name="Freeform 315"/>
            <p:cNvSpPr>
              <a:spLocks noEditPoints="1"/>
            </p:cNvSpPr>
            <p:nvPr userDrawn="1"/>
          </p:nvSpPr>
          <p:spPr bwMode="auto">
            <a:xfrm>
              <a:off x="4305300" y="4886325"/>
              <a:ext cx="92075" cy="153988"/>
            </a:xfrm>
            <a:custGeom>
              <a:avLst/>
              <a:gdLst>
                <a:gd name="T0" fmla="*/ 112 w 238"/>
                <a:gd name="T1" fmla="*/ 15 h 400"/>
                <a:gd name="T2" fmla="*/ 51 w 238"/>
                <a:gd name="T3" fmla="*/ 87 h 400"/>
                <a:gd name="T4" fmla="*/ 111 w 238"/>
                <a:gd name="T5" fmla="*/ 159 h 400"/>
                <a:gd name="T6" fmla="*/ 156 w 238"/>
                <a:gd name="T7" fmla="*/ 137 h 400"/>
                <a:gd name="T8" fmla="*/ 170 w 238"/>
                <a:gd name="T9" fmla="*/ 84 h 400"/>
                <a:gd name="T10" fmla="*/ 180 w 238"/>
                <a:gd name="T11" fmla="*/ 270 h 400"/>
                <a:gd name="T12" fmla="*/ 56 w 238"/>
                <a:gd name="T13" fmla="*/ 270 h 400"/>
                <a:gd name="T14" fmla="*/ 40 w 238"/>
                <a:gd name="T15" fmla="*/ 348 h 400"/>
                <a:gd name="T16" fmla="*/ 82 w 238"/>
                <a:gd name="T17" fmla="*/ 381 h 400"/>
                <a:gd name="T18" fmla="*/ 144 w 238"/>
                <a:gd name="T19" fmla="*/ 380 h 400"/>
                <a:gd name="T20" fmla="*/ 191 w 238"/>
                <a:gd name="T21" fmla="*/ 346 h 400"/>
                <a:gd name="T22" fmla="*/ 180 w 238"/>
                <a:gd name="T23" fmla="*/ 270 h 400"/>
                <a:gd name="T24" fmla="*/ 39 w 238"/>
                <a:gd name="T25" fmla="*/ 22 h 400"/>
                <a:gd name="T26" fmla="*/ 111 w 238"/>
                <a:gd name="T27" fmla="*/ 0 h 400"/>
                <a:gd name="T28" fmla="*/ 154 w 238"/>
                <a:gd name="T29" fmla="*/ 2 h 400"/>
                <a:gd name="T30" fmla="*/ 192 w 238"/>
                <a:gd name="T31" fmla="*/ 4 h 400"/>
                <a:gd name="T32" fmla="*/ 234 w 238"/>
                <a:gd name="T33" fmla="*/ 8 h 400"/>
                <a:gd name="T34" fmla="*/ 234 w 238"/>
                <a:gd name="T35" fmla="*/ 19 h 400"/>
                <a:gd name="T36" fmla="*/ 205 w 238"/>
                <a:gd name="T37" fmla="*/ 22 h 400"/>
                <a:gd name="T38" fmla="*/ 175 w 238"/>
                <a:gd name="T39" fmla="*/ 21 h 400"/>
                <a:gd name="T40" fmla="*/ 211 w 238"/>
                <a:gd name="T41" fmla="*/ 88 h 400"/>
                <a:gd name="T42" fmla="*/ 112 w 238"/>
                <a:gd name="T43" fmla="*/ 173 h 400"/>
                <a:gd name="T44" fmla="*/ 83 w 238"/>
                <a:gd name="T45" fmla="*/ 172 h 400"/>
                <a:gd name="T46" fmla="*/ 57 w 238"/>
                <a:gd name="T47" fmla="*/ 197 h 400"/>
                <a:gd name="T48" fmla="*/ 88 w 238"/>
                <a:gd name="T49" fmla="*/ 224 h 400"/>
                <a:gd name="T50" fmla="*/ 147 w 238"/>
                <a:gd name="T51" fmla="*/ 226 h 400"/>
                <a:gd name="T52" fmla="*/ 217 w 238"/>
                <a:gd name="T53" fmla="*/ 246 h 400"/>
                <a:gd name="T54" fmla="*/ 238 w 238"/>
                <a:gd name="T55" fmla="*/ 292 h 400"/>
                <a:gd name="T56" fmla="*/ 208 w 238"/>
                <a:gd name="T57" fmla="*/ 365 h 400"/>
                <a:gd name="T58" fmla="*/ 112 w 238"/>
                <a:gd name="T59" fmla="*/ 400 h 400"/>
                <a:gd name="T60" fmla="*/ 0 w 238"/>
                <a:gd name="T61" fmla="*/ 323 h 400"/>
                <a:gd name="T62" fmla="*/ 18 w 238"/>
                <a:gd name="T63" fmla="*/ 277 h 400"/>
                <a:gd name="T64" fmla="*/ 57 w 238"/>
                <a:gd name="T65" fmla="*/ 255 h 400"/>
                <a:gd name="T66" fmla="*/ 32 w 238"/>
                <a:gd name="T67" fmla="*/ 238 h 400"/>
                <a:gd name="T68" fmla="*/ 27 w 238"/>
                <a:gd name="T69" fmla="*/ 195 h 400"/>
                <a:gd name="T70" fmla="*/ 48 w 238"/>
                <a:gd name="T71" fmla="*/ 172 h 400"/>
                <a:gd name="T72" fmla="*/ 62 w 238"/>
                <a:gd name="T73" fmla="*/ 166 h 400"/>
                <a:gd name="T74" fmla="*/ 9 w 238"/>
                <a:gd name="T75" fmla="*/ 8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8" h="400">
                  <a:moveTo>
                    <a:pt x="154" y="33"/>
                  </a:moveTo>
                  <a:cubicBezTo>
                    <a:pt x="143" y="21"/>
                    <a:pt x="129" y="15"/>
                    <a:pt x="112" y="15"/>
                  </a:cubicBezTo>
                  <a:cubicBezTo>
                    <a:pt x="93" y="15"/>
                    <a:pt x="78" y="22"/>
                    <a:pt x="67" y="35"/>
                  </a:cubicBezTo>
                  <a:cubicBezTo>
                    <a:pt x="56" y="48"/>
                    <a:pt x="51" y="65"/>
                    <a:pt x="51" y="87"/>
                  </a:cubicBezTo>
                  <a:cubicBezTo>
                    <a:pt x="51" y="109"/>
                    <a:pt x="56" y="127"/>
                    <a:pt x="66" y="140"/>
                  </a:cubicBezTo>
                  <a:cubicBezTo>
                    <a:pt x="75" y="153"/>
                    <a:pt x="91" y="159"/>
                    <a:pt x="111" y="159"/>
                  </a:cubicBezTo>
                  <a:cubicBezTo>
                    <a:pt x="122" y="159"/>
                    <a:pt x="130" y="157"/>
                    <a:pt x="138" y="153"/>
                  </a:cubicBezTo>
                  <a:cubicBezTo>
                    <a:pt x="145" y="149"/>
                    <a:pt x="151" y="143"/>
                    <a:pt x="156" y="137"/>
                  </a:cubicBezTo>
                  <a:cubicBezTo>
                    <a:pt x="161" y="130"/>
                    <a:pt x="164" y="122"/>
                    <a:pt x="166" y="113"/>
                  </a:cubicBezTo>
                  <a:cubicBezTo>
                    <a:pt x="169" y="103"/>
                    <a:pt x="170" y="94"/>
                    <a:pt x="170" y="84"/>
                  </a:cubicBezTo>
                  <a:cubicBezTo>
                    <a:pt x="170" y="62"/>
                    <a:pt x="165" y="45"/>
                    <a:pt x="154" y="33"/>
                  </a:cubicBezTo>
                  <a:close/>
                  <a:moveTo>
                    <a:pt x="180" y="270"/>
                  </a:moveTo>
                  <a:cubicBezTo>
                    <a:pt x="168" y="262"/>
                    <a:pt x="147" y="257"/>
                    <a:pt x="118" y="257"/>
                  </a:cubicBezTo>
                  <a:cubicBezTo>
                    <a:pt x="92" y="257"/>
                    <a:pt x="71" y="262"/>
                    <a:pt x="56" y="270"/>
                  </a:cubicBezTo>
                  <a:cubicBezTo>
                    <a:pt x="42" y="279"/>
                    <a:pt x="34" y="295"/>
                    <a:pt x="34" y="317"/>
                  </a:cubicBezTo>
                  <a:cubicBezTo>
                    <a:pt x="34" y="330"/>
                    <a:pt x="36" y="340"/>
                    <a:pt x="40" y="348"/>
                  </a:cubicBezTo>
                  <a:cubicBezTo>
                    <a:pt x="45" y="357"/>
                    <a:pt x="50" y="364"/>
                    <a:pt x="57" y="369"/>
                  </a:cubicBezTo>
                  <a:cubicBezTo>
                    <a:pt x="64" y="374"/>
                    <a:pt x="72" y="378"/>
                    <a:pt x="82" y="381"/>
                  </a:cubicBezTo>
                  <a:cubicBezTo>
                    <a:pt x="92" y="383"/>
                    <a:pt x="102" y="385"/>
                    <a:pt x="113" y="385"/>
                  </a:cubicBezTo>
                  <a:cubicBezTo>
                    <a:pt x="124" y="385"/>
                    <a:pt x="134" y="383"/>
                    <a:pt x="144" y="380"/>
                  </a:cubicBezTo>
                  <a:cubicBezTo>
                    <a:pt x="155" y="377"/>
                    <a:pt x="164" y="373"/>
                    <a:pt x="172" y="367"/>
                  </a:cubicBezTo>
                  <a:cubicBezTo>
                    <a:pt x="180" y="362"/>
                    <a:pt x="187" y="355"/>
                    <a:pt x="191" y="346"/>
                  </a:cubicBezTo>
                  <a:cubicBezTo>
                    <a:pt x="196" y="337"/>
                    <a:pt x="199" y="327"/>
                    <a:pt x="199" y="315"/>
                  </a:cubicBezTo>
                  <a:cubicBezTo>
                    <a:pt x="199" y="293"/>
                    <a:pt x="193" y="279"/>
                    <a:pt x="180" y="270"/>
                  </a:cubicBezTo>
                  <a:close/>
                  <a:moveTo>
                    <a:pt x="17" y="48"/>
                  </a:moveTo>
                  <a:cubicBezTo>
                    <a:pt x="23" y="38"/>
                    <a:pt x="30" y="29"/>
                    <a:pt x="39" y="22"/>
                  </a:cubicBezTo>
                  <a:cubicBezTo>
                    <a:pt x="49" y="15"/>
                    <a:pt x="60" y="9"/>
                    <a:pt x="72" y="6"/>
                  </a:cubicBezTo>
                  <a:cubicBezTo>
                    <a:pt x="84" y="2"/>
                    <a:pt x="97" y="0"/>
                    <a:pt x="111" y="0"/>
                  </a:cubicBezTo>
                  <a:cubicBezTo>
                    <a:pt x="118" y="0"/>
                    <a:pt x="124" y="0"/>
                    <a:pt x="131" y="1"/>
                  </a:cubicBezTo>
                  <a:cubicBezTo>
                    <a:pt x="137" y="1"/>
                    <a:pt x="145" y="1"/>
                    <a:pt x="154" y="2"/>
                  </a:cubicBezTo>
                  <a:cubicBezTo>
                    <a:pt x="163" y="3"/>
                    <a:pt x="170" y="3"/>
                    <a:pt x="176" y="4"/>
                  </a:cubicBezTo>
                  <a:cubicBezTo>
                    <a:pt x="183" y="4"/>
                    <a:pt x="188" y="4"/>
                    <a:pt x="192" y="4"/>
                  </a:cubicBezTo>
                  <a:cubicBezTo>
                    <a:pt x="212" y="4"/>
                    <a:pt x="226" y="4"/>
                    <a:pt x="235" y="2"/>
                  </a:cubicBezTo>
                  <a:cubicBezTo>
                    <a:pt x="235" y="4"/>
                    <a:pt x="234" y="6"/>
                    <a:pt x="234" y="8"/>
                  </a:cubicBezTo>
                  <a:cubicBezTo>
                    <a:pt x="234" y="9"/>
                    <a:pt x="234" y="11"/>
                    <a:pt x="234" y="13"/>
                  </a:cubicBezTo>
                  <a:cubicBezTo>
                    <a:pt x="234" y="15"/>
                    <a:pt x="234" y="17"/>
                    <a:pt x="234" y="19"/>
                  </a:cubicBezTo>
                  <a:cubicBezTo>
                    <a:pt x="234" y="21"/>
                    <a:pt x="235" y="23"/>
                    <a:pt x="235" y="24"/>
                  </a:cubicBezTo>
                  <a:cubicBezTo>
                    <a:pt x="225" y="24"/>
                    <a:pt x="215" y="23"/>
                    <a:pt x="205" y="22"/>
                  </a:cubicBezTo>
                  <a:cubicBezTo>
                    <a:pt x="195" y="21"/>
                    <a:pt x="185" y="20"/>
                    <a:pt x="176" y="20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86" y="27"/>
                    <a:pt x="195" y="36"/>
                    <a:pt x="201" y="49"/>
                  </a:cubicBezTo>
                  <a:cubicBezTo>
                    <a:pt x="208" y="62"/>
                    <a:pt x="211" y="75"/>
                    <a:pt x="211" y="88"/>
                  </a:cubicBezTo>
                  <a:cubicBezTo>
                    <a:pt x="211" y="115"/>
                    <a:pt x="202" y="136"/>
                    <a:pt x="185" y="151"/>
                  </a:cubicBezTo>
                  <a:cubicBezTo>
                    <a:pt x="167" y="166"/>
                    <a:pt x="142" y="173"/>
                    <a:pt x="112" y="173"/>
                  </a:cubicBezTo>
                  <a:cubicBezTo>
                    <a:pt x="107" y="173"/>
                    <a:pt x="102" y="173"/>
                    <a:pt x="98" y="173"/>
                  </a:cubicBezTo>
                  <a:cubicBezTo>
                    <a:pt x="93" y="173"/>
                    <a:pt x="88" y="172"/>
                    <a:pt x="83" y="172"/>
                  </a:cubicBezTo>
                  <a:cubicBezTo>
                    <a:pt x="77" y="172"/>
                    <a:pt x="71" y="175"/>
                    <a:pt x="65" y="179"/>
                  </a:cubicBezTo>
                  <a:cubicBezTo>
                    <a:pt x="60" y="184"/>
                    <a:pt x="57" y="190"/>
                    <a:pt x="57" y="197"/>
                  </a:cubicBezTo>
                  <a:cubicBezTo>
                    <a:pt x="57" y="206"/>
                    <a:pt x="59" y="213"/>
                    <a:pt x="63" y="217"/>
                  </a:cubicBezTo>
                  <a:cubicBezTo>
                    <a:pt x="68" y="221"/>
                    <a:pt x="76" y="224"/>
                    <a:pt x="88" y="224"/>
                  </a:cubicBezTo>
                  <a:cubicBezTo>
                    <a:pt x="98" y="224"/>
                    <a:pt x="108" y="225"/>
                    <a:pt x="118" y="225"/>
                  </a:cubicBezTo>
                  <a:cubicBezTo>
                    <a:pt x="127" y="225"/>
                    <a:pt x="137" y="225"/>
                    <a:pt x="147" y="226"/>
                  </a:cubicBezTo>
                  <a:cubicBezTo>
                    <a:pt x="163" y="226"/>
                    <a:pt x="177" y="228"/>
                    <a:pt x="189" y="232"/>
                  </a:cubicBezTo>
                  <a:cubicBezTo>
                    <a:pt x="200" y="235"/>
                    <a:pt x="210" y="240"/>
                    <a:pt x="217" y="246"/>
                  </a:cubicBezTo>
                  <a:cubicBezTo>
                    <a:pt x="224" y="252"/>
                    <a:pt x="230" y="259"/>
                    <a:pt x="233" y="267"/>
                  </a:cubicBezTo>
                  <a:cubicBezTo>
                    <a:pt x="236" y="274"/>
                    <a:pt x="238" y="283"/>
                    <a:pt x="238" y="292"/>
                  </a:cubicBezTo>
                  <a:cubicBezTo>
                    <a:pt x="238" y="305"/>
                    <a:pt x="236" y="317"/>
                    <a:pt x="231" y="330"/>
                  </a:cubicBezTo>
                  <a:cubicBezTo>
                    <a:pt x="226" y="343"/>
                    <a:pt x="219" y="354"/>
                    <a:pt x="208" y="365"/>
                  </a:cubicBezTo>
                  <a:cubicBezTo>
                    <a:pt x="198" y="375"/>
                    <a:pt x="185" y="383"/>
                    <a:pt x="169" y="390"/>
                  </a:cubicBezTo>
                  <a:cubicBezTo>
                    <a:pt x="153" y="397"/>
                    <a:pt x="134" y="400"/>
                    <a:pt x="112" y="400"/>
                  </a:cubicBezTo>
                  <a:cubicBezTo>
                    <a:pt x="77" y="400"/>
                    <a:pt x="50" y="393"/>
                    <a:pt x="30" y="380"/>
                  </a:cubicBezTo>
                  <a:cubicBezTo>
                    <a:pt x="10" y="366"/>
                    <a:pt x="0" y="347"/>
                    <a:pt x="0" y="323"/>
                  </a:cubicBezTo>
                  <a:cubicBezTo>
                    <a:pt x="0" y="314"/>
                    <a:pt x="2" y="306"/>
                    <a:pt x="5" y="298"/>
                  </a:cubicBezTo>
                  <a:cubicBezTo>
                    <a:pt x="9" y="290"/>
                    <a:pt x="13" y="283"/>
                    <a:pt x="18" y="277"/>
                  </a:cubicBezTo>
                  <a:cubicBezTo>
                    <a:pt x="24" y="271"/>
                    <a:pt x="30" y="266"/>
                    <a:pt x="36" y="263"/>
                  </a:cubicBezTo>
                  <a:cubicBezTo>
                    <a:pt x="43" y="259"/>
                    <a:pt x="50" y="256"/>
                    <a:pt x="57" y="255"/>
                  </a:cubicBezTo>
                  <a:cubicBezTo>
                    <a:pt x="57" y="254"/>
                    <a:pt x="57" y="254"/>
                    <a:pt x="57" y="254"/>
                  </a:cubicBezTo>
                  <a:cubicBezTo>
                    <a:pt x="46" y="251"/>
                    <a:pt x="38" y="245"/>
                    <a:pt x="32" y="238"/>
                  </a:cubicBezTo>
                  <a:cubicBezTo>
                    <a:pt x="26" y="230"/>
                    <a:pt x="24" y="222"/>
                    <a:pt x="24" y="211"/>
                  </a:cubicBezTo>
                  <a:cubicBezTo>
                    <a:pt x="24" y="205"/>
                    <a:pt x="25" y="200"/>
                    <a:pt x="27" y="195"/>
                  </a:cubicBezTo>
                  <a:cubicBezTo>
                    <a:pt x="29" y="190"/>
                    <a:pt x="32" y="185"/>
                    <a:pt x="36" y="181"/>
                  </a:cubicBezTo>
                  <a:cubicBezTo>
                    <a:pt x="39" y="177"/>
                    <a:pt x="44" y="174"/>
                    <a:pt x="48" y="172"/>
                  </a:cubicBezTo>
                  <a:cubicBezTo>
                    <a:pt x="53" y="169"/>
                    <a:pt x="57" y="167"/>
                    <a:pt x="62" y="167"/>
                  </a:cubicBezTo>
                  <a:cubicBezTo>
                    <a:pt x="62" y="166"/>
                    <a:pt x="62" y="166"/>
                    <a:pt x="62" y="166"/>
                  </a:cubicBezTo>
                  <a:cubicBezTo>
                    <a:pt x="45" y="159"/>
                    <a:pt x="32" y="149"/>
                    <a:pt x="23" y="136"/>
                  </a:cubicBezTo>
                  <a:cubicBezTo>
                    <a:pt x="14" y="123"/>
                    <a:pt x="9" y="107"/>
                    <a:pt x="9" y="87"/>
                  </a:cubicBezTo>
                  <a:cubicBezTo>
                    <a:pt x="9" y="72"/>
                    <a:pt x="12" y="59"/>
                    <a:pt x="17" y="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0" name="Freeform 316"/>
            <p:cNvSpPr>
              <a:spLocks/>
            </p:cNvSpPr>
            <p:nvPr userDrawn="1"/>
          </p:nvSpPr>
          <p:spPr bwMode="auto">
            <a:xfrm>
              <a:off x="4418013" y="4887913"/>
              <a:ext cx="93663" cy="152400"/>
            </a:xfrm>
            <a:custGeom>
              <a:avLst/>
              <a:gdLst>
                <a:gd name="T0" fmla="*/ 91 w 242"/>
                <a:gd name="T1" fmla="*/ 217 h 394"/>
                <a:gd name="T2" fmla="*/ 71 w 242"/>
                <a:gd name="T3" fmla="*/ 168 h 394"/>
                <a:gd name="T4" fmla="*/ 49 w 242"/>
                <a:gd name="T5" fmla="*/ 117 h 394"/>
                <a:gd name="T6" fmla="*/ 28 w 242"/>
                <a:gd name="T7" fmla="*/ 67 h 394"/>
                <a:gd name="T8" fmla="*/ 11 w 242"/>
                <a:gd name="T9" fmla="*/ 26 h 394"/>
                <a:gd name="T10" fmla="*/ 0 w 242"/>
                <a:gd name="T11" fmla="*/ 0 h 394"/>
                <a:gd name="T12" fmla="*/ 12 w 242"/>
                <a:gd name="T13" fmla="*/ 2 h 394"/>
                <a:gd name="T14" fmla="*/ 24 w 242"/>
                <a:gd name="T15" fmla="*/ 3 h 394"/>
                <a:gd name="T16" fmla="*/ 36 w 242"/>
                <a:gd name="T17" fmla="*/ 2 h 394"/>
                <a:gd name="T18" fmla="*/ 48 w 242"/>
                <a:gd name="T19" fmla="*/ 0 h 394"/>
                <a:gd name="T20" fmla="*/ 85 w 242"/>
                <a:gd name="T21" fmla="*/ 102 h 394"/>
                <a:gd name="T22" fmla="*/ 128 w 242"/>
                <a:gd name="T23" fmla="*/ 205 h 394"/>
                <a:gd name="T24" fmla="*/ 171 w 242"/>
                <a:gd name="T25" fmla="*/ 105 h 394"/>
                <a:gd name="T26" fmla="*/ 207 w 242"/>
                <a:gd name="T27" fmla="*/ 0 h 394"/>
                <a:gd name="T28" fmla="*/ 225 w 242"/>
                <a:gd name="T29" fmla="*/ 3 h 394"/>
                <a:gd name="T30" fmla="*/ 242 w 242"/>
                <a:gd name="T31" fmla="*/ 0 h 394"/>
                <a:gd name="T32" fmla="*/ 230 w 242"/>
                <a:gd name="T33" fmla="*/ 26 h 394"/>
                <a:gd name="T34" fmla="*/ 211 w 242"/>
                <a:gd name="T35" fmla="*/ 68 h 394"/>
                <a:gd name="T36" fmla="*/ 186 w 242"/>
                <a:gd name="T37" fmla="*/ 123 h 394"/>
                <a:gd name="T38" fmla="*/ 158 w 242"/>
                <a:gd name="T39" fmla="*/ 185 h 394"/>
                <a:gd name="T40" fmla="*/ 130 w 242"/>
                <a:gd name="T41" fmla="*/ 248 h 394"/>
                <a:gd name="T42" fmla="*/ 104 w 242"/>
                <a:gd name="T43" fmla="*/ 307 h 394"/>
                <a:gd name="T44" fmla="*/ 84 w 242"/>
                <a:gd name="T45" fmla="*/ 358 h 394"/>
                <a:gd name="T46" fmla="*/ 71 w 242"/>
                <a:gd name="T47" fmla="*/ 394 h 394"/>
                <a:gd name="T48" fmla="*/ 53 w 242"/>
                <a:gd name="T49" fmla="*/ 390 h 394"/>
                <a:gd name="T50" fmla="*/ 35 w 242"/>
                <a:gd name="T51" fmla="*/ 394 h 394"/>
                <a:gd name="T52" fmla="*/ 106 w 242"/>
                <a:gd name="T53" fmla="*/ 254 h 394"/>
                <a:gd name="T54" fmla="*/ 91 w 242"/>
                <a:gd name="T55" fmla="*/ 21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2" h="394">
                  <a:moveTo>
                    <a:pt x="91" y="217"/>
                  </a:moveTo>
                  <a:cubicBezTo>
                    <a:pt x="85" y="201"/>
                    <a:pt x="78" y="185"/>
                    <a:pt x="71" y="168"/>
                  </a:cubicBezTo>
                  <a:cubicBezTo>
                    <a:pt x="64" y="152"/>
                    <a:pt x="56" y="134"/>
                    <a:pt x="49" y="117"/>
                  </a:cubicBezTo>
                  <a:cubicBezTo>
                    <a:pt x="42" y="99"/>
                    <a:pt x="35" y="83"/>
                    <a:pt x="28" y="67"/>
                  </a:cubicBezTo>
                  <a:cubicBezTo>
                    <a:pt x="21" y="52"/>
                    <a:pt x="16" y="38"/>
                    <a:pt x="11" y="26"/>
                  </a:cubicBezTo>
                  <a:cubicBezTo>
                    <a:pt x="6" y="15"/>
                    <a:pt x="2" y="6"/>
                    <a:pt x="0" y="0"/>
                  </a:cubicBezTo>
                  <a:cubicBezTo>
                    <a:pt x="4" y="1"/>
                    <a:pt x="8" y="2"/>
                    <a:pt x="12" y="2"/>
                  </a:cubicBezTo>
                  <a:cubicBezTo>
                    <a:pt x="16" y="3"/>
                    <a:pt x="20" y="3"/>
                    <a:pt x="24" y="3"/>
                  </a:cubicBezTo>
                  <a:cubicBezTo>
                    <a:pt x="28" y="3"/>
                    <a:pt x="32" y="3"/>
                    <a:pt x="36" y="2"/>
                  </a:cubicBezTo>
                  <a:cubicBezTo>
                    <a:pt x="40" y="2"/>
                    <a:pt x="44" y="1"/>
                    <a:pt x="48" y="0"/>
                  </a:cubicBezTo>
                  <a:cubicBezTo>
                    <a:pt x="59" y="34"/>
                    <a:pt x="72" y="68"/>
                    <a:pt x="85" y="102"/>
                  </a:cubicBezTo>
                  <a:cubicBezTo>
                    <a:pt x="99" y="135"/>
                    <a:pt x="113" y="169"/>
                    <a:pt x="128" y="205"/>
                  </a:cubicBezTo>
                  <a:cubicBezTo>
                    <a:pt x="143" y="174"/>
                    <a:pt x="157" y="140"/>
                    <a:pt x="171" y="105"/>
                  </a:cubicBezTo>
                  <a:cubicBezTo>
                    <a:pt x="184" y="69"/>
                    <a:pt x="196" y="34"/>
                    <a:pt x="207" y="0"/>
                  </a:cubicBezTo>
                  <a:cubicBezTo>
                    <a:pt x="214" y="2"/>
                    <a:pt x="220" y="3"/>
                    <a:pt x="225" y="3"/>
                  </a:cubicBezTo>
                  <a:cubicBezTo>
                    <a:pt x="229" y="3"/>
                    <a:pt x="235" y="2"/>
                    <a:pt x="242" y="0"/>
                  </a:cubicBezTo>
                  <a:cubicBezTo>
                    <a:pt x="240" y="5"/>
                    <a:pt x="236" y="14"/>
                    <a:pt x="230" y="26"/>
                  </a:cubicBezTo>
                  <a:cubicBezTo>
                    <a:pt x="225" y="38"/>
                    <a:pt x="218" y="52"/>
                    <a:pt x="211" y="68"/>
                  </a:cubicBezTo>
                  <a:cubicBezTo>
                    <a:pt x="203" y="85"/>
                    <a:pt x="195" y="103"/>
                    <a:pt x="186" y="123"/>
                  </a:cubicBezTo>
                  <a:cubicBezTo>
                    <a:pt x="176" y="143"/>
                    <a:pt x="167" y="164"/>
                    <a:pt x="158" y="185"/>
                  </a:cubicBezTo>
                  <a:cubicBezTo>
                    <a:pt x="148" y="206"/>
                    <a:pt x="139" y="227"/>
                    <a:pt x="130" y="248"/>
                  </a:cubicBezTo>
                  <a:cubicBezTo>
                    <a:pt x="121" y="269"/>
                    <a:pt x="112" y="288"/>
                    <a:pt x="104" y="307"/>
                  </a:cubicBezTo>
                  <a:cubicBezTo>
                    <a:pt x="97" y="326"/>
                    <a:pt x="90" y="343"/>
                    <a:pt x="84" y="358"/>
                  </a:cubicBezTo>
                  <a:cubicBezTo>
                    <a:pt x="78" y="373"/>
                    <a:pt x="74" y="385"/>
                    <a:pt x="71" y="394"/>
                  </a:cubicBezTo>
                  <a:cubicBezTo>
                    <a:pt x="64" y="391"/>
                    <a:pt x="58" y="390"/>
                    <a:pt x="53" y="390"/>
                  </a:cubicBezTo>
                  <a:cubicBezTo>
                    <a:pt x="48" y="390"/>
                    <a:pt x="42" y="391"/>
                    <a:pt x="35" y="394"/>
                  </a:cubicBezTo>
                  <a:cubicBezTo>
                    <a:pt x="63" y="347"/>
                    <a:pt x="86" y="301"/>
                    <a:pt x="106" y="254"/>
                  </a:cubicBezTo>
                  <a:cubicBezTo>
                    <a:pt x="102" y="244"/>
                    <a:pt x="97" y="232"/>
                    <a:pt x="91" y="2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1" name="Freeform 317"/>
            <p:cNvSpPr>
              <a:spLocks/>
            </p:cNvSpPr>
            <p:nvPr userDrawn="1"/>
          </p:nvSpPr>
          <p:spPr bwMode="auto">
            <a:xfrm>
              <a:off x="4602163" y="4845050"/>
              <a:ext cx="104775" cy="141288"/>
            </a:xfrm>
            <a:custGeom>
              <a:avLst/>
              <a:gdLst>
                <a:gd name="T0" fmla="*/ 114 w 275"/>
                <a:gd name="T1" fmla="*/ 27 h 365"/>
                <a:gd name="T2" fmla="*/ 85 w 275"/>
                <a:gd name="T3" fmla="*/ 28 h 365"/>
                <a:gd name="T4" fmla="*/ 54 w 275"/>
                <a:gd name="T5" fmla="*/ 29 h 365"/>
                <a:gd name="T6" fmla="*/ 25 w 275"/>
                <a:gd name="T7" fmla="*/ 31 h 365"/>
                <a:gd name="T8" fmla="*/ 0 w 275"/>
                <a:gd name="T9" fmla="*/ 34 h 365"/>
                <a:gd name="T10" fmla="*/ 2 w 275"/>
                <a:gd name="T11" fmla="*/ 17 h 365"/>
                <a:gd name="T12" fmla="*/ 0 w 275"/>
                <a:gd name="T13" fmla="*/ 0 h 365"/>
                <a:gd name="T14" fmla="*/ 68 w 275"/>
                <a:gd name="T15" fmla="*/ 2 h 365"/>
                <a:gd name="T16" fmla="*/ 137 w 275"/>
                <a:gd name="T17" fmla="*/ 3 h 365"/>
                <a:gd name="T18" fmla="*/ 206 w 275"/>
                <a:gd name="T19" fmla="*/ 2 h 365"/>
                <a:gd name="T20" fmla="*/ 275 w 275"/>
                <a:gd name="T21" fmla="*/ 0 h 365"/>
                <a:gd name="T22" fmla="*/ 272 w 275"/>
                <a:gd name="T23" fmla="*/ 17 h 365"/>
                <a:gd name="T24" fmla="*/ 275 w 275"/>
                <a:gd name="T25" fmla="*/ 34 h 365"/>
                <a:gd name="T26" fmla="*/ 250 w 275"/>
                <a:gd name="T27" fmla="*/ 31 h 365"/>
                <a:gd name="T28" fmla="*/ 220 w 275"/>
                <a:gd name="T29" fmla="*/ 29 h 365"/>
                <a:gd name="T30" fmla="*/ 190 w 275"/>
                <a:gd name="T31" fmla="*/ 28 h 365"/>
                <a:gd name="T32" fmla="*/ 161 w 275"/>
                <a:gd name="T33" fmla="*/ 27 h 365"/>
                <a:gd name="T34" fmla="*/ 159 w 275"/>
                <a:gd name="T35" fmla="*/ 138 h 365"/>
                <a:gd name="T36" fmla="*/ 159 w 275"/>
                <a:gd name="T37" fmla="*/ 229 h 365"/>
                <a:gd name="T38" fmla="*/ 161 w 275"/>
                <a:gd name="T39" fmla="*/ 298 h 365"/>
                <a:gd name="T40" fmla="*/ 164 w 275"/>
                <a:gd name="T41" fmla="*/ 365 h 365"/>
                <a:gd name="T42" fmla="*/ 137 w 275"/>
                <a:gd name="T43" fmla="*/ 364 h 365"/>
                <a:gd name="T44" fmla="*/ 111 w 275"/>
                <a:gd name="T45" fmla="*/ 365 h 365"/>
                <a:gd name="T46" fmla="*/ 114 w 275"/>
                <a:gd name="T47" fmla="*/ 298 h 365"/>
                <a:gd name="T48" fmla="*/ 115 w 275"/>
                <a:gd name="T49" fmla="*/ 229 h 365"/>
                <a:gd name="T50" fmla="*/ 116 w 275"/>
                <a:gd name="T51" fmla="*/ 138 h 365"/>
                <a:gd name="T52" fmla="*/ 114 w 275"/>
                <a:gd name="T53" fmla="*/ 27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75" h="365">
                  <a:moveTo>
                    <a:pt x="114" y="27"/>
                  </a:moveTo>
                  <a:cubicBezTo>
                    <a:pt x="104" y="27"/>
                    <a:pt x="95" y="28"/>
                    <a:pt x="85" y="28"/>
                  </a:cubicBezTo>
                  <a:cubicBezTo>
                    <a:pt x="75" y="28"/>
                    <a:pt x="64" y="28"/>
                    <a:pt x="54" y="29"/>
                  </a:cubicBezTo>
                  <a:cubicBezTo>
                    <a:pt x="44" y="29"/>
                    <a:pt x="34" y="30"/>
                    <a:pt x="25" y="31"/>
                  </a:cubicBezTo>
                  <a:cubicBezTo>
                    <a:pt x="16" y="32"/>
                    <a:pt x="7" y="32"/>
                    <a:pt x="0" y="34"/>
                  </a:cubicBezTo>
                  <a:cubicBezTo>
                    <a:pt x="1" y="27"/>
                    <a:pt x="2" y="21"/>
                    <a:pt x="2" y="17"/>
                  </a:cubicBezTo>
                  <a:cubicBezTo>
                    <a:pt x="2" y="13"/>
                    <a:pt x="1" y="7"/>
                    <a:pt x="0" y="0"/>
                  </a:cubicBezTo>
                  <a:cubicBezTo>
                    <a:pt x="23" y="1"/>
                    <a:pt x="46" y="1"/>
                    <a:pt x="68" y="2"/>
                  </a:cubicBezTo>
                  <a:cubicBezTo>
                    <a:pt x="91" y="2"/>
                    <a:pt x="114" y="3"/>
                    <a:pt x="137" y="3"/>
                  </a:cubicBezTo>
                  <a:cubicBezTo>
                    <a:pt x="161" y="3"/>
                    <a:pt x="184" y="2"/>
                    <a:pt x="206" y="2"/>
                  </a:cubicBezTo>
                  <a:cubicBezTo>
                    <a:pt x="229" y="1"/>
                    <a:pt x="252" y="1"/>
                    <a:pt x="275" y="0"/>
                  </a:cubicBezTo>
                  <a:cubicBezTo>
                    <a:pt x="273" y="7"/>
                    <a:pt x="272" y="13"/>
                    <a:pt x="272" y="17"/>
                  </a:cubicBezTo>
                  <a:cubicBezTo>
                    <a:pt x="272" y="22"/>
                    <a:pt x="273" y="27"/>
                    <a:pt x="275" y="34"/>
                  </a:cubicBezTo>
                  <a:cubicBezTo>
                    <a:pt x="268" y="32"/>
                    <a:pt x="259" y="32"/>
                    <a:pt x="250" y="31"/>
                  </a:cubicBezTo>
                  <a:cubicBezTo>
                    <a:pt x="240" y="30"/>
                    <a:pt x="231" y="29"/>
                    <a:pt x="220" y="29"/>
                  </a:cubicBezTo>
                  <a:cubicBezTo>
                    <a:pt x="210" y="28"/>
                    <a:pt x="200" y="28"/>
                    <a:pt x="190" y="28"/>
                  </a:cubicBezTo>
                  <a:cubicBezTo>
                    <a:pt x="180" y="28"/>
                    <a:pt x="170" y="27"/>
                    <a:pt x="161" y="27"/>
                  </a:cubicBezTo>
                  <a:cubicBezTo>
                    <a:pt x="160" y="64"/>
                    <a:pt x="159" y="101"/>
                    <a:pt x="159" y="138"/>
                  </a:cubicBezTo>
                  <a:cubicBezTo>
                    <a:pt x="159" y="229"/>
                    <a:pt x="159" y="229"/>
                    <a:pt x="159" y="229"/>
                  </a:cubicBezTo>
                  <a:cubicBezTo>
                    <a:pt x="159" y="252"/>
                    <a:pt x="160" y="275"/>
                    <a:pt x="161" y="298"/>
                  </a:cubicBezTo>
                  <a:cubicBezTo>
                    <a:pt x="162" y="321"/>
                    <a:pt x="163" y="343"/>
                    <a:pt x="164" y="365"/>
                  </a:cubicBezTo>
                  <a:cubicBezTo>
                    <a:pt x="155" y="365"/>
                    <a:pt x="147" y="364"/>
                    <a:pt x="137" y="364"/>
                  </a:cubicBezTo>
                  <a:cubicBezTo>
                    <a:pt x="128" y="364"/>
                    <a:pt x="119" y="365"/>
                    <a:pt x="111" y="365"/>
                  </a:cubicBezTo>
                  <a:cubicBezTo>
                    <a:pt x="112" y="343"/>
                    <a:pt x="113" y="321"/>
                    <a:pt x="114" y="298"/>
                  </a:cubicBezTo>
                  <a:cubicBezTo>
                    <a:pt x="115" y="275"/>
                    <a:pt x="115" y="252"/>
                    <a:pt x="115" y="22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01"/>
                    <a:pt x="115" y="64"/>
                    <a:pt x="114" y="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2" name="Freeform 318"/>
            <p:cNvSpPr>
              <a:spLocks noEditPoints="1"/>
            </p:cNvSpPr>
            <p:nvPr userDrawn="1"/>
          </p:nvSpPr>
          <p:spPr bwMode="auto">
            <a:xfrm>
              <a:off x="4710113" y="4886325"/>
              <a:ext cx="100013" cy="101600"/>
            </a:xfrm>
            <a:custGeom>
              <a:avLst/>
              <a:gdLst>
                <a:gd name="T0" fmla="*/ 50 w 259"/>
                <a:gd name="T1" fmla="*/ 176 h 264"/>
                <a:gd name="T2" fmla="*/ 64 w 259"/>
                <a:gd name="T3" fmla="*/ 213 h 264"/>
                <a:gd name="T4" fmla="*/ 90 w 259"/>
                <a:gd name="T5" fmla="*/ 239 h 264"/>
                <a:gd name="T6" fmla="*/ 129 w 259"/>
                <a:gd name="T7" fmla="*/ 248 h 264"/>
                <a:gd name="T8" fmla="*/ 169 w 259"/>
                <a:gd name="T9" fmla="*/ 239 h 264"/>
                <a:gd name="T10" fmla="*/ 195 w 259"/>
                <a:gd name="T11" fmla="*/ 213 h 264"/>
                <a:gd name="T12" fmla="*/ 209 w 259"/>
                <a:gd name="T13" fmla="*/ 176 h 264"/>
                <a:gd name="T14" fmla="*/ 213 w 259"/>
                <a:gd name="T15" fmla="*/ 133 h 264"/>
                <a:gd name="T16" fmla="*/ 209 w 259"/>
                <a:gd name="T17" fmla="*/ 89 h 264"/>
                <a:gd name="T18" fmla="*/ 195 w 259"/>
                <a:gd name="T19" fmla="*/ 52 h 264"/>
                <a:gd name="T20" fmla="*/ 169 w 259"/>
                <a:gd name="T21" fmla="*/ 27 h 264"/>
                <a:gd name="T22" fmla="*/ 129 w 259"/>
                <a:gd name="T23" fmla="*/ 17 h 264"/>
                <a:gd name="T24" fmla="*/ 90 w 259"/>
                <a:gd name="T25" fmla="*/ 27 h 264"/>
                <a:gd name="T26" fmla="*/ 64 w 259"/>
                <a:gd name="T27" fmla="*/ 52 h 264"/>
                <a:gd name="T28" fmla="*/ 50 w 259"/>
                <a:gd name="T29" fmla="*/ 89 h 264"/>
                <a:gd name="T30" fmla="*/ 46 w 259"/>
                <a:gd name="T31" fmla="*/ 133 h 264"/>
                <a:gd name="T32" fmla="*/ 50 w 259"/>
                <a:gd name="T33" fmla="*/ 176 h 264"/>
                <a:gd name="T34" fmla="*/ 11 w 259"/>
                <a:gd name="T35" fmla="*/ 71 h 264"/>
                <a:gd name="T36" fmla="*/ 41 w 259"/>
                <a:gd name="T37" fmla="*/ 30 h 264"/>
                <a:gd name="T38" fmla="*/ 83 w 259"/>
                <a:gd name="T39" fmla="*/ 8 h 264"/>
                <a:gd name="T40" fmla="*/ 129 w 259"/>
                <a:gd name="T41" fmla="*/ 0 h 264"/>
                <a:gd name="T42" fmla="*/ 176 w 259"/>
                <a:gd name="T43" fmla="*/ 8 h 264"/>
                <a:gd name="T44" fmla="*/ 217 w 259"/>
                <a:gd name="T45" fmla="*/ 30 h 264"/>
                <a:gd name="T46" fmla="*/ 248 w 259"/>
                <a:gd name="T47" fmla="*/ 71 h 264"/>
                <a:gd name="T48" fmla="*/ 259 w 259"/>
                <a:gd name="T49" fmla="*/ 133 h 264"/>
                <a:gd name="T50" fmla="*/ 248 w 259"/>
                <a:gd name="T51" fmla="*/ 194 h 264"/>
                <a:gd name="T52" fmla="*/ 217 w 259"/>
                <a:gd name="T53" fmla="*/ 235 h 264"/>
                <a:gd name="T54" fmla="*/ 176 w 259"/>
                <a:gd name="T55" fmla="*/ 258 h 264"/>
                <a:gd name="T56" fmla="*/ 129 w 259"/>
                <a:gd name="T57" fmla="*/ 264 h 264"/>
                <a:gd name="T58" fmla="*/ 83 w 259"/>
                <a:gd name="T59" fmla="*/ 258 h 264"/>
                <a:gd name="T60" fmla="*/ 41 w 259"/>
                <a:gd name="T61" fmla="*/ 235 h 264"/>
                <a:gd name="T62" fmla="*/ 11 w 259"/>
                <a:gd name="T63" fmla="*/ 194 h 264"/>
                <a:gd name="T64" fmla="*/ 0 w 259"/>
                <a:gd name="T65" fmla="*/ 133 h 264"/>
                <a:gd name="T66" fmla="*/ 11 w 259"/>
                <a:gd name="T67" fmla="*/ 7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9" h="264">
                  <a:moveTo>
                    <a:pt x="50" y="176"/>
                  </a:moveTo>
                  <a:cubicBezTo>
                    <a:pt x="53" y="190"/>
                    <a:pt x="57" y="202"/>
                    <a:pt x="64" y="213"/>
                  </a:cubicBezTo>
                  <a:cubicBezTo>
                    <a:pt x="70" y="224"/>
                    <a:pt x="79" y="232"/>
                    <a:pt x="90" y="239"/>
                  </a:cubicBezTo>
                  <a:cubicBezTo>
                    <a:pt x="100" y="245"/>
                    <a:pt x="114" y="248"/>
                    <a:pt x="129" y="248"/>
                  </a:cubicBezTo>
                  <a:cubicBezTo>
                    <a:pt x="145" y="248"/>
                    <a:pt x="158" y="245"/>
                    <a:pt x="169" y="239"/>
                  </a:cubicBezTo>
                  <a:cubicBezTo>
                    <a:pt x="180" y="232"/>
                    <a:pt x="188" y="224"/>
                    <a:pt x="195" y="213"/>
                  </a:cubicBezTo>
                  <a:cubicBezTo>
                    <a:pt x="201" y="202"/>
                    <a:pt x="206" y="190"/>
                    <a:pt x="209" y="176"/>
                  </a:cubicBezTo>
                  <a:cubicBezTo>
                    <a:pt x="211" y="162"/>
                    <a:pt x="213" y="147"/>
                    <a:pt x="213" y="133"/>
                  </a:cubicBezTo>
                  <a:cubicBezTo>
                    <a:pt x="213" y="118"/>
                    <a:pt x="211" y="103"/>
                    <a:pt x="209" y="89"/>
                  </a:cubicBezTo>
                  <a:cubicBezTo>
                    <a:pt x="206" y="76"/>
                    <a:pt x="201" y="63"/>
                    <a:pt x="195" y="52"/>
                  </a:cubicBezTo>
                  <a:cubicBezTo>
                    <a:pt x="188" y="42"/>
                    <a:pt x="180" y="33"/>
                    <a:pt x="169" y="27"/>
                  </a:cubicBezTo>
                  <a:cubicBezTo>
                    <a:pt x="158" y="20"/>
                    <a:pt x="145" y="17"/>
                    <a:pt x="129" y="17"/>
                  </a:cubicBezTo>
                  <a:cubicBezTo>
                    <a:pt x="114" y="17"/>
                    <a:pt x="100" y="20"/>
                    <a:pt x="90" y="27"/>
                  </a:cubicBezTo>
                  <a:cubicBezTo>
                    <a:pt x="79" y="33"/>
                    <a:pt x="70" y="42"/>
                    <a:pt x="64" y="52"/>
                  </a:cubicBezTo>
                  <a:cubicBezTo>
                    <a:pt x="57" y="63"/>
                    <a:pt x="53" y="76"/>
                    <a:pt x="50" y="89"/>
                  </a:cubicBezTo>
                  <a:cubicBezTo>
                    <a:pt x="48" y="103"/>
                    <a:pt x="46" y="118"/>
                    <a:pt x="46" y="133"/>
                  </a:cubicBezTo>
                  <a:cubicBezTo>
                    <a:pt x="46" y="147"/>
                    <a:pt x="48" y="162"/>
                    <a:pt x="50" y="176"/>
                  </a:cubicBezTo>
                  <a:close/>
                  <a:moveTo>
                    <a:pt x="11" y="71"/>
                  </a:moveTo>
                  <a:cubicBezTo>
                    <a:pt x="19" y="55"/>
                    <a:pt x="29" y="41"/>
                    <a:pt x="41" y="30"/>
                  </a:cubicBezTo>
                  <a:cubicBezTo>
                    <a:pt x="54" y="20"/>
                    <a:pt x="68" y="12"/>
                    <a:pt x="83" y="8"/>
                  </a:cubicBezTo>
                  <a:cubicBezTo>
                    <a:pt x="99" y="3"/>
                    <a:pt x="114" y="0"/>
                    <a:pt x="129" y="0"/>
                  </a:cubicBezTo>
                  <a:cubicBezTo>
                    <a:pt x="145" y="0"/>
                    <a:pt x="161" y="3"/>
                    <a:pt x="176" y="8"/>
                  </a:cubicBezTo>
                  <a:cubicBezTo>
                    <a:pt x="191" y="12"/>
                    <a:pt x="205" y="20"/>
                    <a:pt x="217" y="30"/>
                  </a:cubicBezTo>
                  <a:cubicBezTo>
                    <a:pt x="230" y="41"/>
                    <a:pt x="240" y="55"/>
                    <a:pt x="248" y="71"/>
                  </a:cubicBezTo>
                  <a:cubicBezTo>
                    <a:pt x="255" y="88"/>
                    <a:pt x="259" y="109"/>
                    <a:pt x="259" y="133"/>
                  </a:cubicBezTo>
                  <a:cubicBezTo>
                    <a:pt x="259" y="157"/>
                    <a:pt x="255" y="178"/>
                    <a:pt x="248" y="194"/>
                  </a:cubicBezTo>
                  <a:cubicBezTo>
                    <a:pt x="240" y="211"/>
                    <a:pt x="230" y="225"/>
                    <a:pt x="217" y="235"/>
                  </a:cubicBezTo>
                  <a:cubicBezTo>
                    <a:pt x="205" y="246"/>
                    <a:pt x="191" y="253"/>
                    <a:pt x="176" y="258"/>
                  </a:cubicBezTo>
                  <a:cubicBezTo>
                    <a:pt x="161" y="262"/>
                    <a:pt x="145" y="264"/>
                    <a:pt x="129" y="264"/>
                  </a:cubicBezTo>
                  <a:cubicBezTo>
                    <a:pt x="114" y="264"/>
                    <a:pt x="99" y="262"/>
                    <a:pt x="83" y="258"/>
                  </a:cubicBezTo>
                  <a:cubicBezTo>
                    <a:pt x="68" y="253"/>
                    <a:pt x="54" y="246"/>
                    <a:pt x="41" y="235"/>
                  </a:cubicBezTo>
                  <a:cubicBezTo>
                    <a:pt x="29" y="225"/>
                    <a:pt x="19" y="211"/>
                    <a:pt x="11" y="194"/>
                  </a:cubicBezTo>
                  <a:cubicBezTo>
                    <a:pt x="3" y="178"/>
                    <a:pt x="0" y="157"/>
                    <a:pt x="0" y="133"/>
                  </a:cubicBezTo>
                  <a:cubicBezTo>
                    <a:pt x="0" y="109"/>
                    <a:pt x="3" y="88"/>
                    <a:pt x="11" y="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3" name="Freeform 319"/>
            <p:cNvSpPr>
              <a:spLocks noEditPoints="1"/>
            </p:cNvSpPr>
            <p:nvPr userDrawn="1"/>
          </p:nvSpPr>
          <p:spPr bwMode="auto">
            <a:xfrm>
              <a:off x="4916488" y="4845050"/>
              <a:ext cx="103188" cy="141288"/>
            </a:xfrm>
            <a:custGeom>
              <a:avLst/>
              <a:gdLst>
                <a:gd name="T0" fmla="*/ 64 w 268"/>
                <a:gd name="T1" fmla="*/ 171 h 365"/>
                <a:gd name="T2" fmla="*/ 83 w 268"/>
                <a:gd name="T3" fmla="*/ 171 h 365"/>
                <a:gd name="T4" fmla="*/ 118 w 268"/>
                <a:gd name="T5" fmla="*/ 167 h 365"/>
                <a:gd name="T6" fmla="*/ 150 w 268"/>
                <a:gd name="T7" fmla="*/ 154 h 365"/>
                <a:gd name="T8" fmla="*/ 175 w 268"/>
                <a:gd name="T9" fmla="*/ 129 h 365"/>
                <a:gd name="T10" fmla="*/ 185 w 268"/>
                <a:gd name="T11" fmla="*/ 90 h 365"/>
                <a:gd name="T12" fmla="*/ 177 w 268"/>
                <a:gd name="T13" fmla="*/ 55 h 365"/>
                <a:gd name="T14" fmla="*/ 157 w 268"/>
                <a:gd name="T15" fmla="*/ 34 h 365"/>
                <a:gd name="T16" fmla="*/ 131 w 268"/>
                <a:gd name="T17" fmla="*/ 23 h 365"/>
                <a:gd name="T18" fmla="*/ 103 w 268"/>
                <a:gd name="T19" fmla="*/ 20 h 365"/>
                <a:gd name="T20" fmla="*/ 72 w 268"/>
                <a:gd name="T21" fmla="*/ 21 h 365"/>
                <a:gd name="T22" fmla="*/ 51 w 268"/>
                <a:gd name="T23" fmla="*/ 23 h 365"/>
                <a:gd name="T24" fmla="*/ 49 w 268"/>
                <a:gd name="T25" fmla="*/ 81 h 365"/>
                <a:gd name="T26" fmla="*/ 48 w 268"/>
                <a:gd name="T27" fmla="*/ 138 h 365"/>
                <a:gd name="T28" fmla="*/ 48 w 268"/>
                <a:gd name="T29" fmla="*/ 169 h 365"/>
                <a:gd name="T30" fmla="*/ 64 w 268"/>
                <a:gd name="T31" fmla="*/ 171 h 365"/>
                <a:gd name="T32" fmla="*/ 3 w 268"/>
                <a:gd name="T33" fmla="*/ 69 h 365"/>
                <a:gd name="T34" fmla="*/ 0 w 268"/>
                <a:gd name="T35" fmla="*/ 0 h 365"/>
                <a:gd name="T36" fmla="*/ 30 w 268"/>
                <a:gd name="T37" fmla="*/ 2 h 365"/>
                <a:gd name="T38" fmla="*/ 60 w 268"/>
                <a:gd name="T39" fmla="*/ 3 h 365"/>
                <a:gd name="T40" fmla="*/ 90 w 268"/>
                <a:gd name="T41" fmla="*/ 1 h 365"/>
                <a:gd name="T42" fmla="*/ 121 w 268"/>
                <a:gd name="T43" fmla="*/ 0 h 365"/>
                <a:gd name="T44" fmla="*/ 163 w 268"/>
                <a:gd name="T45" fmla="*/ 4 h 365"/>
                <a:gd name="T46" fmla="*/ 199 w 268"/>
                <a:gd name="T47" fmla="*/ 18 h 365"/>
                <a:gd name="T48" fmla="*/ 223 w 268"/>
                <a:gd name="T49" fmla="*/ 44 h 365"/>
                <a:gd name="T50" fmla="*/ 232 w 268"/>
                <a:gd name="T51" fmla="*/ 84 h 365"/>
                <a:gd name="T52" fmla="*/ 220 w 268"/>
                <a:gd name="T53" fmla="*/ 128 h 365"/>
                <a:gd name="T54" fmla="*/ 192 w 268"/>
                <a:gd name="T55" fmla="*/ 158 h 365"/>
                <a:gd name="T56" fmla="*/ 157 w 268"/>
                <a:gd name="T57" fmla="*/ 177 h 365"/>
                <a:gd name="T58" fmla="*/ 122 w 268"/>
                <a:gd name="T59" fmla="*/ 186 h 365"/>
                <a:gd name="T60" fmla="*/ 140 w 268"/>
                <a:gd name="T61" fmla="*/ 208 h 365"/>
                <a:gd name="T62" fmla="*/ 165 w 268"/>
                <a:gd name="T63" fmla="*/ 239 h 365"/>
                <a:gd name="T64" fmla="*/ 194 w 268"/>
                <a:gd name="T65" fmla="*/ 276 h 365"/>
                <a:gd name="T66" fmla="*/ 222 w 268"/>
                <a:gd name="T67" fmla="*/ 312 h 365"/>
                <a:gd name="T68" fmla="*/ 249 w 268"/>
                <a:gd name="T69" fmla="*/ 343 h 365"/>
                <a:gd name="T70" fmla="*/ 268 w 268"/>
                <a:gd name="T71" fmla="*/ 365 h 365"/>
                <a:gd name="T72" fmla="*/ 252 w 268"/>
                <a:gd name="T73" fmla="*/ 364 h 365"/>
                <a:gd name="T74" fmla="*/ 236 w 268"/>
                <a:gd name="T75" fmla="*/ 364 h 365"/>
                <a:gd name="T76" fmla="*/ 221 w 268"/>
                <a:gd name="T77" fmla="*/ 364 h 365"/>
                <a:gd name="T78" fmla="*/ 205 w 268"/>
                <a:gd name="T79" fmla="*/ 365 h 365"/>
                <a:gd name="T80" fmla="*/ 181 w 268"/>
                <a:gd name="T81" fmla="*/ 332 h 365"/>
                <a:gd name="T82" fmla="*/ 145 w 268"/>
                <a:gd name="T83" fmla="*/ 284 h 365"/>
                <a:gd name="T84" fmla="*/ 105 w 268"/>
                <a:gd name="T85" fmla="*/ 233 h 365"/>
                <a:gd name="T86" fmla="*/ 68 w 268"/>
                <a:gd name="T87" fmla="*/ 190 h 365"/>
                <a:gd name="T88" fmla="*/ 48 w 268"/>
                <a:gd name="T89" fmla="*/ 190 h 365"/>
                <a:gd name="T90" fmla="*/ 48 w 268"/>
                <a:gd name="T91" fmla="*/ 229 h 365"/>
                <a:gd name="T92" fmla="*/ 49 w 268"/>
                <a:gd name="T93" fmla="*/ 298 h 365"/>
                <a:gd name="T94" fmla="*/ 52 w 268"/>
                <a:gd name="T95" fmla="*/ 365 h 365"/>
                <a:gd name="T96" fmla="*/ 26 w 268"/>
                <a:gd name="T97" fmla="*/ 364 h 365"/>
                <a:gd name="T98" fmla="*/ 0 w 268"/>
                <a:gd name="T99" fmla="*/ 365 h 365"/>
                <a:gd name="T100" fmla="*/ 3 w 268"/>
                <a:gd name="T101" fmla="*/ 298 h 365"/>
                <a:gd name="T102" fmla="*/ 5 w 268"/>
                <a:gd name="T103" fmla="*/ 229 h 365"/>
                <a:gd name="T104" fmla="*/ 5 w 268"/>
                <a:gd name="T105" fmla="*/ 138 h 365"/>
                <a:gd name="T106" fmla="*/ 3 w 268"/>
                <a:gd name="T107" fmla="*/ 69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8" h="365">
                  <a:moveTo>
                    <a:pt x="64" y="171"/>
                  </a:moveTo>
                  <a:cubicBezTo>
                    <a:pt x="70" y="171"/>
                    <a:pt x="76" y="171"/>
                    <a:pt x="83" y="171"/>
                  </a:cubicBezTo>
                  <a:cubicBezTo>
                    <a:pt x="94" y="171"/>
                    <a:pt x="106" y="170"/>
                    <a:pt x="118" y="167"/>
                  </a:cubicBezTo>
                  <a:cubicBezTo>
                    <a:pt x="130" y="165"/>
                    <a:pt x="140" y="161"/>
                    <a:pt x="150" y="154"/>
                  </a:cubicBezTo>
                  <a:cubicBezTo>
                    <a:pt x="160" y="148"/>
                    <a:pt x="169" y="140"/>
                    <a:pt x="175" y="129"/>
                  </a:cubicBezTo>
                  <a:cubicBezTo>
                    <a:pt x="182" y="119"/>
                    <a:pt x="185" y="106"/>
                    <a:pt x="185" y="90"/>
                  </a:cubicBezTo>
                  <a:cubicBezTo>
                    <a:pt x="185" y="76"/>
                    <a:pt x="182" y="64"/>
                    <a:pt x="177" y="55"/>
                  </a:cubicBezTo>
                  <a:cubicBezTo>
                    <a:pt x="172" y="46"/>
                    <a:pt x="165" y="39"/>
                    <a:pt x="157" y="34"/>
                  </a:cubicBezTo>
                  <a:cubicBezTo>
                    <a:pt x="149" y="29"/>
                    <a:pt x="140" y="25"/>
                    <a:pt x="131" y="23"/>
                  </a:cubicBezTo>
                  <a:cubicBezTo>
                    <a:pt x="121" y="21"/>
                    <a:pt x="112" y="20"/>
                    <a:pt x="103" y="20"/>
                  </a:cubicBezTo>
                  <a:cubicBezTo>
                    <a:pt x="90" y="20"/>
                    <a:pt x="80" y="20"/>
                    <a:pt x="72" y="21"/>
                  </a:cubicBezTo>
                  <a:cubicBezTo>
                    <a:pt x="64" y="21"/>
                    <a:pt x="57" y="22"/>
                    <a:pt x="51" y="23"/>
                  </a:cubicBezTo>
                  <a:cubicBezTo>
                    <a:pt x="50" y="42"/>
                    <a:pt x="50" y="62"/>
                    <a:pt x="49" y="81"/>
                  </a:cubicBezTo>
                  <a:cubicBezTo>
                    <a:pt x="48" y="100"/>
                    <a:pt x="48" y="119"/>
                    <a:pt x="48" y="138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53" y="170"/>
                    <a:pt x="58" y="170"/>
                    <a:pt x="64" y="171"/>
                  </a:cubicBezTo>
                  <a:close/>
                  <a:moveTo>
                    <a:pt x="3" y="69"/>
                  </a:moveTo>
                  <a:cubicBezTo>
                    <a:pt x="2" y="46"/>
                    <a:pt x="1" y="23"/>
                    <a:pt x="0" y="0"/>
                  </a:cubicBezTo>
                  <a:cubicBezTo>
                    <a:pt x="10" y="1"/>
                    <a:pt x="20" y="1"/>
                    <a:pt x="30" y="2"/>
                  </a:cubicBezTo>
                  <a:cubicBezTo>
                    <a:pt x="40" y="2"/>
                    <a:pt x="50" y="3"/>
                    <a:pt x="60" y="3"/>
                  </a:cubicBezTo>
                  <a:cubicBezTo>
                    <a:pt x="70" y="3"/>
                    <a:pt x="81" y="2"/>
                    <a:pt x="90" y="1"/>
                  </a:cubicBezTo>
                  <a:cubicBezTo>
                    <a:pt x="100" y="0"/>
                    <a:pt x="111" y="0"/>
                    <a:pt x="121" y="0"/>
                  </a:cubicBezTo>
                  <a:cubicBezTo>
                    <a:pt x="136" y="0"/>
                    <a:pt x="150" y="1"/>
                    <a:pt x="163" y="4"/>
                  </a:cubicBezTo>
                  <a:cubicBezTo>
                    <a:pt x="177" y="7"/>
                    <a:pt x="189" y="12"/>
                    <a:pt x="199" y="18"/>
                  </a:cubicBezTo>
                  <a:cubicBezTo>
                    <a:pt x="209" y="25"/>
                    <a:pt x="217" y="34"/>
                    <a:pt x="223" y="44"/>
                  </a:cubicBezTo>
                  <a:cubicBezTo>
                    <a:pt x="229" y="55"/>
                    <a:pt x="232" y="68"/>
                    <a:pt x="232" y="84"/>
                  </a:cubicBezTo>
                  <a:cubicBezTo>
                    <a:pt x="232" y="101"/>
                    <a:pt x="228" y="116"/>
                    <a:pt x="220" y="128"/>
                  </a:cubicBezTo>
                  <a:cubicBezTo>
                    <a:pt x="212" y="140"/>
                    <a:pt x="203" y="150"/>
                    <a:pt x="192" y="158"/>
                  </a:cubicBezTo>
                  <a:cubicBezTo>
                    <a:pt x="181" y="166"/>
                    <a:pt x="169" y="172"/>
                    <a:pt x="157" y="177"/>
                  </a:cubicBezTo>
                  <a:cubicBezTo>
                    <a:pt x="144" y="181"/>
                    <a:pt x="133" y="184"/>
                    <a:pt x="122" y="186"/>
                  </a:cubicBezTo>
                  <a:cubicBezTo>
                    <a:pt x="127" y="191"/>
                    <a:pt x="133" y="198"/>
                    <a:pt x="140" y="208"/>
                  </a:cubicBezTo>
                  <a:cubicBezTo>
                    <a:pt x="147" y="217"/>
                    <a:pt x="156" y="228"/>
                    <a:pt x="165" y="239"/>
                  </a:cubicBezTo>
                  <a:cubicBezTo>
                    <a:pt x="174" y="251"/>
                    <a:pt x="184" y="263"/>
                    <a:pt x="194" y="276"/>
                  </a:cubicBezTo>
                  <a:cubicBezTo>
                    <a:pt x="204" y="288"/>
                    <a:pt x="213" y="300"/>
                    <a:pt x="222" y="312"/>
                  </a:cubicBezTo>
                  <a:cubicBezTo>
                    <a:pt x="232" y="323"/>
                    <a:pt x="240" y="334"/>
                    <a:pt x="249" y="343"/>
                  </a:cubicBezTo>
                  <a:cubicBezTo>
                    <a:pt x="257" y="353"/>
                    <a:pt x="263" y="360"/>
                    <a:pt x="268" y="365"/>
                  </a:cubicBezTo>
                  <a:cubicBezTo>
                    <a:pt x="263" y="365"/>
                    <a:pt x="258" y="364"/>
                    <a:pt x="252" y="364"/>
                  </a:cubicBezTo>
                  <a:cubicBezTo>
                    <a:pt x="247" y="364"/>
                    <a:pt x="242" y="364"/>
                    <a:pt x="236" y="364"/>
                  </a:cubicBezTo>
                  <a:cubicBezTo>
                    <a:pt x="231" y="364"/>
                    <a:pt x="226" y="364"/>
                    <a:pt x="221" y="364"/>
                  </a:cubicBezTo>
                  <a:cubicBezTo>
                    <a:pt x="216" y="364"/>
                    <a:pt x="210" y="365"/>
                    <a:pt x="205" y="365"/>
                  </a:cubicBezTo>
                  <a:cubicBezTo>
                    <a:pt x="200" y="358"/>
                    <a:pt x="192" y="346"/>
                    <a:pt x="181" y="332"/>
                  </a:cubicBezTo>
                  <a:cubicBezTo>
                    <a:pt x="170" y="317"/>
                    <a:pt x="158" y="301"/>
                    <a:pt x="145" y="284"/>
                  </a:cubicBezTo>
                  <a:cubicBezTo>
                    <a:pt x="132" y="267"/>
                    <a:pt x="119" y="250"/>
                    <a:pt x="105" y="233"/>
                  </a:cubicBezTo>
                  <a:cubicBezTo>
                    <a:pt x="92" y="216"/>
                    <a:pt x="79" y="202"/>
                    <a:pt x="68" y="190"/>
                  </a:cubicBezTo>
                  <a:cubicBezTo>
                    <a:pt x="48" y="190"/>
                    <a:pt x="48" y="190"/>
                    <a:pt x="48" y="190"/>
                  </a:cubicBezTo>
                  <a:cubicBezTo>
                    <a:pt x="48" y="229"/>
                    <a:pt x="48" y="229"/>
                    <a:pt x="48" y="229"/>
                  </a:cubicBezTo>
                  <a:cubicBezTo>
                    <a:pt x="48" y="252"/>
                    <a:pt x="48" y="275"/>
                    <a:pt x="49" y="298"/>
                  </a:cubicBezTo>
                  <a:cubicBezTo>
                    <a:pt x="50" y="321"/>
                    <a:pt x="51" y="343"/>
                    <a:pt x="52" y="365"/>
                  </a:cubicBezTo>
                  <a:cubicBezTo>
                    <a:pt x="44" y="365"/>
                    <a:pt x="35" y="364"/>
                    <a:pt x="26" y="364"/>
                  </a:cubicBezTo>
                  <a:cubicBezTo>
                    <a:pt x="16" y="364"/>
                    <a:pt x="8" y="365"/>
                    <a:pt x="0" y="365"/>
                  </a:cubicBezTo>
                  <a:cubicBezTo>
                    <a:pt x="1" y="343"/>
                    <a:pt x="2" y="321"/>
                    <a:pt x="3" y="298"/>
                  </a:cubicBezTo>
                  <a:cubicBezTo>
                    <a:pt x="4" y="275"/>
                    <a:pt x="5" y="252"/>
                    <a:pt x="5" y="229"/>
                  </a:cubicBezTo>
                  <a:cubicBezTo>
                    <a:pt x="5" y="138"/>
                    <a:pt x="5" y="138"/>
                    <a:pt x="5" y="138"/>
                  </a:cubicBezTo>
                  <a:cubicBezTo>
                    <a:pt x="5" y="114"/>
                    <a:pt x="4" y="91"/>
                    <a:pt x="3" y="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4" name="Freeform 320"/>
            <p:cNvSpPr>
              <a:spLocks noEditPoints="1"/>
            </p:cNvSpPr>
            <p:nvPr userDrawn="1"/>
          </p:nvSpPr>
          <p:spPr bwMode="auto">
            <a:xfrm>
              <a:off x="5043488" y="4886325"/>
              <a:ext cx="88900" cy="101600"/>
            </a:xfrm>
            <a:custGeom>
              <a:avLst/>
              <a:gdLst>
                <a:gd name="T0" fmla="*/ 90 w 232"/>
                <a:gd name="T1" fmla="*/ 26 h 264"/>
                <a:gd name="T2" fmla="*/ 67 w 232"/>
                <a:gd name="T3" fmla="*/ 49 h 264"/>
                <a:gd name="T4" fmla="*/ 54 w 232"/>
                <a:gd name="T5" fmla="*/ 79 h 264"/>
                <a:gd name="T6" fmla="*/ 49 w 232"/>
                <a:gd name="T7" fmla="*/ 109 h 264"/>
                <a:gd name="T8" fmla="*/ 83 w 232"/>
                <a:gd name="T9" fmla="*/ 110 h 264"/>
                <a:gd name="T10" fmla="*/ 118 w 232"/>
                <a:gd name="T11" fmla="*/ 111 h 264"/>
                <a:gd name="T12" fmla="*/ 153 w 232"/>
                <a:gd name="T13" fmla="*/ 110 h 264"/>
                <a:gd name="T14" fmla="*/ 188 w 232"/>
                <a:gd name="T15" fmla="*/ 109 h 264"/>
                <a:gd name="T16" fmla="*/ 186 w 232"/>
                <a:gd name="T17" fmla="*/ 79 h 264"/>
                <a:gd name="T18" fmla="*/ 176 w 232"/>
                <a:gd name="T19" fmla="*/ 49 h 264"/>
                <a:gd name="T20" fmla="*/ 156 w 232"/>
                <a:gd name="T21" fmla="*/ 26 h 264"/>
                <a:gd name="T22" fmla="*/ 123 w 232"/>
                <a:gd name="T23" fmla="*/ 17 h 264"/>
                <a:gd name="T24" fmla="*/ 90 w 232"/>
                <a:gd name="T25" fmla="*/ 26 h 264"/>
                <a:gd name="T26" fmla="*/ 31 w 232"/>
                <a:gd name="T27" fmla="*/ 38 h 264"/>
                <a:gd name="T28" fmla="*/ 122 w 232"/>
                <a:gd name="T29" fmla="*/ 0 h 264"/>
                <a:gd name="T30" fmla="*/ 170 w 232"/>
                <a:gd name="T31" fmla="*/ 9 h 264"/>
                <a:gd name="T32" fmla="*/ 204 w 232"/>
                <a:gd name="T33" fmla="*/ 32 h 264"/>
                <a:gd name="T34" fmla="*/ 225 w 232"/>
                <a:gd name="T35" fmla="*/ 67 h 264"/>
                <a:gd name="T36" fmla="*/ 232 w 232"/>
                <a:gd name="T37" fmla="*/ 109 h 264"/>
                <a:gd name="T38" fmla="*/ 231 w 232"/>
                <a:gd name="T39" fmla="*/ 119 h 264"/>
                <a:gd name="T40" fmla="*/ 231 w 232"/>
                <a:gd name="T41" fmla="*/ 129 h 264"/>
                <a:gd name="T42" fmla="*/ 174 w 232"/>
                <a:gd name="T43" fmla="*/ 128 h 264"/>
                <a:gd name="T44" fmla="*/ 117 w 232"/>
                <a:gd name="T45" fmla="*/ 128 h 264"/>
                <a:gd name="T46" fmla="*/ 82 w 232"/>
                <a:gd name="T47" fmla="*/ 128 h 264"/>
                <a:gd name="T48" fmla="*/ 48 w 232"/>
                <a:gd name="T49" fmla="*/ 129 h 264"/>
                <a:gd name="T50" fmla="*/ 47 w 232"/>
                <a:gd name="T51" fmla="*/ 137 h 264"/>
                <a:gd name="T52" fmla="*/ 47 w 232"/>
                <a:gd name="T53" fmla="*/ 144 h 264"/>
                <a:gd name="T54" fmla="*/ 53 w 232"/>
                <a:gd name="T55" fmla="*/ 184 h 264"/>
                <a:gd name="T56" fmla="*/ 71 w 232"/>
                <a:gd name="T57" fmla="*/ 215 h 264"/>
                <a:gd name="T58" fmla="*/ 99 w 232"/>
                <a:gd name="T59" fmla="*/ 236 h 264"/>
                <a:gd name="T60" fmla="*/ 139 w 232"/>
                <a:gd name="T61" fmla="*/ 244 h 264"/>
                <a:gd name="T62" fmla="*/ 160 w 232"/>
                <a:gd name="T63" fmla="*/ 241 h 264"/>
                <a:gd name="T64" fmla="*/ 182 w 232"/>
                <a:gd name="T65" fmla="*/ 233 h 264"/>
                <a:gd name="T66" fmla="*/ 202 w 232"/>
                <a:gd name="T67" fmla="*/ 221 h 264"/>
                <a:gd name="T68" fmla="*/ 218 w 232"/>
                <a:gd name="T69" fmla="*/ 205 h 264"/>
                <a:gd name="T70" fmla="*/ 221 w 232"/>
                <a:gd name="T71" fmla="*/ 207 h 264"/>
                <a:gd name="T72" fmla="*/ 218 w 232"/>
                <a:gd name="T73" fmla="*/ 233 h 264"/>
                <a:gd name="T74" fmla="*/ 178 w 232"/>
                <a:gd name="T75" fmla="*/ 255 h 264"/>
                <a:gd name="T76" fmla="*/ 129 w 232"/>
                <a:gd name="T77" fmla="*/ 264 h 264"/>
                <a:gd name="T78" fmla="*/ 77 w 232"/>
                <a:gd name="T79" fmla="*/ 255 h 264"/>
                <a:gd name="T80" fmla="*/ 36 w 232"/>
                <a:gd name="T81" fmla="*/ 230 h 264"/>
                <a:gd name="T82" fmla="*/ 10 w 232"/>
                <a:gd name="T83" fmla="*/ 190 h 264"/>
                <a:gd name="T84" fmla="*/ 0 w 232"/>
                <a:gd name="T85" fmla="*/ 140 h 264"/>
                <a:gd name="T86" fmla="*/ 31 w 232"/>
                <a:gd name="T87" fmla="*/ 3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32" h="264">
                  <a:moveTo>
                    <a:pt x="90" y="26"/>
                  </a:moveTo>
                  <a:cubicBezTo>
                    <a:pt x="81" y="32"/>
                    <a:pt x="73" y="40"/>
                    <a:pt x="67" y="49"/>
                  </a:cubicBezTo>
                  <a:cubicBezTo>
                    <a:pt x="62" y="58"/>
                    <a:pt x="57" y="68"/>
                    <a:pt x="54" y="79"/>
                  </a:cubicBezTo>
                  <a:cubicBezTo>
                    <a:pt x="51" y="89"/>
                    <a:pt x="49" y="100"/>
                    <a:pt x="49" y="109"/>
                  </a:cubicBezTo>
                  <a:cubicBezTo>
                    <a:pt x="60" y="110"/>
                    <a:pt x="71" y="110"/>
                    <a:pt x="83" y="110"/>
                  </a:cubicBezTo>
                  <a:cubicBezTo>
                    <a:pt x="95" y="111"/>
                    <a:pt x="106" y="111"/>
                    <a:pt x="118" y="111"/>
                  </a:cubicBezTo>
                  <a:cubicBezTo>
                    <a:pt x="129" y="111"/>
                    <a:pt x="141" y="111"/>
                    <a:pt x="153" y="110"/>
                  </a:cubicBezTo>
                  <a:cubicBezTo>
                    <a:pt x="165" y="110"/>
                    <a:pt x="177" y="110"/>
                    <a:pt x="188" y="109"/>
                  </a:cubicBezTo>
                  <a:cubicBezTo>
                    <a:pt x="188" y="100"/>
                    <a:pt x="187" y="90"/>
                    <a:pt x="186" y="79"/>
                  </a:cubicBezTo>
                  <a:cubicBezTo>
                    <a:pt x="184" y="68"/>
                    <a:pt x="181" y="58"/>
                    <a:pt x="176" y="49"/>
                  </a:cubicBezTo>
                  <a:cubicBezTo>
                    <a:pt x="172" y="40"/>
                    <a:pt x="165" y="32"/>
                    <a:pt x="156" y="26"/>
                  </a:cubicBezTo>
                  <a:cubicBezTo>
                    <a:pt x="148" y="20"/>
                    <a:pt x="137" y="17"/>
                    <a:pt x="123" y="17"/>
                  </a:cubicBezTo>
                  <a:cubicBezTo>
                    <a:pt x="110" y="17"/>
                    <a:pt x="99" y="20"/>
                    <a:pt x="90" y="26"/>
                  </a:cubicBezTo>
                  <a:close/>
                  <a:moveTo>
                    <a:pt x="31" y="38"/>
                  </a:moveTo>
                  <a:cubicBezTo>
                    <a:pt x="52" y="13"/>
                    <a:pt x="82" y="0"/>
                    <a:pt x="122" y="0"/>
                  </a:cubicBezTo>
                  <a:cubicBezTo>
                    <a:pt x="140" y="0"/>
                    <a:pt x="157" y="3"/>
                    <a:pt x="170" y="9"/>
                  </a:cubicBezTo>
                  <a:cubicBezTo>
                    <a:pt x="184" y="15"/>
                    <a:pt x="195" y="23"/>
                    <a:pt x="204" y="32"/>
                  </a:cubicBezTo>
                  <a:cubicBezTo>
                    <a:pt x="214" y="42"/>
                    <a:pt x="220" y="54"/>
                    <a:pt x="225" y="67"/>
                  </a:cubicBezTo>
                  <a:cubicBezTo>
                    <a:pt x="229" y="80"/>
                    <a:pt x="232" y="94"/>
                    <a:pt x="232" y="109"/>
                  </a:cubicBezTo>
                  <a:cubicBezTo>
                    <a:pt x="232" y="112"/>
                    <a:pt x="231" y="116"/>
                    <a:pt x="231" y="119"/>
                  </a:cubicBezTo>
                  <a:cubicBezTo>
                    <a:pt x="231" y="122"/>
                    <a:pt x="231" y="126"/>
                    <a:pt x="231" y="129"/>
                  </a:cubicBezTo>
                  <a:cubicBezTo>
                    <a:pt x="212" y="129"/>
                    <a:pt x="193" y="128"/>
                    <a:pt x="174" y="128"/>
                  </a:cubicBezTo>
                  <a:cubicBezTo>
                    <a:pt x="155" y="128"/>
                    <a:pt x="136" y="128"/>
                    <a:pt x="117" y="128"/>
                  </a:cubicBezTo>
                  <a:cubicBezTo>
                    <a:pt x="106" y="128"/>
                    <a:pt x="94" y="128"/>
                    <a:pt x="82" y="128"/>
                  </a:cubicBezTo>
                  <a:cubicBezTo>
                    <a:pt x="71" y="128"/>
                    <a:pt x="59" y="129"/>
                    <a:pt x="48" y="129"/>
                  </a:cubicBezTo>
                  <a:cubicBezTo>
                    <a:pt x="47" y="131"/>
                    <a:pt x="47" y="134"/>
                    <a:pt x="47" y="137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7" y="158"/>
                    <a:pt x="49" y="171"/>
                    <a:pt x="53" y="184"/>
                  </a:cubicBezTo>
                  <a:cubicBezTo>
                    <a:pt x="57" y="196"/>
                    <a:pt x="63" y="206"/>
                    <a:pt x="71" y="215"/>
                  </a:cubicBezTo>
                  <a:cubicBezTo>
                    <a:pt x="79" y="224"/>
                    <a:pt x="88" y="231"/>
                    <a:pt x="99" y="236"/>
                  </a:cubicBezTo>
                  <a:cubicBezTo>
                    <a:pt x="111" y="241"/>
                    <a:pt x="124" y="244"/>
                    <a:pt x="139" y="244"/>
                  </a:cubicBezTo>
                  <a:cubicBezTo>
                    <a:pt x="146" y="244"/>
                    <a:pt x="153" y="243"/>
                    <a:pt x="160" y="241"/>
                  </a:cubicBezTo>
                  <a:cubicBezTo>
                    <a:pt x="168" y="239"/>
                    <a:pt x="175" y="236"/>
                    <a:pt x="182" y="233"/>
                  </a:cubicBezTo>
                  <a:cubicBezTo>
                    <a:pt x="189" y="229"/>
                    <a:pt x="196" y="225"/>
                    <a:pt x="202" y="221"/>
                  </a:cubicBezTo>
                  <a:cubicBezTo>
                    <a:pt x="208" y="216"/>
                    <a:pt x="214" y="211"/>
                    <a:pt x="218" y="20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18" y="233"/>
                    <a:pt x="218" y="233"/>
                    <a:pt x="218" y="233"/>
                  </a:cubicBezTo>
                  <a:cubicBezTo>
                    <a:pt x="207" y="242"/>
                    <a:pt x="194" y="249"/>
                    <a:pt x="178" y="255"/>
                  </a:cubicBezTo>
                  <a:cubicBezTo>
                    <a:pt x="163" y="261"/>
                    <a:pt x="146" y="264"/>
                    <a:pt x="129" y="264"/>
                  </a:cubicBezTo>
                  <a:cubicBezTo>
                    <a:pt x="110" y="264"/>
                    <a:pt x="93" y="261"/>
                    <a:pt x="77" y="255"/>
                  </a:cubicBezTo>
                  <a:cubicBezTo>
                    <a:pt x="61" y="249"/>
                    <a:pt x="48" y="241"/>
                    <a:pt x="36" y="230"/>
                  </a:cubicBezTo>
                  <a:cubicBezTo>
                    <a:pt x="25" y="218"/>
                    <a:pt x="16" y="205"/>
                    <a:pt x="10" y="190"/>
                  </a:cubicBezTo>
                  <a:cubicBezTo>
                    <a:pt x="3" y="175"/>
                    <a:pt x="0" y="158"/>
                    <a:pt x="0" y="140"/>
                  </a:cubicBezTo>
                  <a:cubicBezTo>
                    <a:pt x="0" y="97"/>
                    <a:pt x="11" y="62"/>
                    <a:pt x="31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5" name="Freeform 321"/>
            <p:cNvSpPr>
              <a:spLocks/>
            </p:cNvSpPr>
            <p:nvPr userDrawn="1"/>
          </p:nvSpPr>
          <p:spPr bwMode="auto">
            <a:xfrm>
              <a:off x="5159375" y="4886325"/>
              <a:ext cx="63500" cy="101600"/>
            </a:xfrm>
            <a:custGeom>
              <a:avLst/>
              <a:gdLst>
                <a:gd name="T0" fmla="*/ 24 w 164"/>
                <a:gd name="T1" fmla="*/ 221 h 264"/>
                <a:gd name="T2" fmla="*/ 38 w 164"/>
                <a:gd name="T3" fmla="*/ 233 h 264"/>
                <a:gd name="T4" fmla="*/ 55 w 164"/>
                <a:gd name="T5" fmla="*/ 242 h 264"/>
                <a:gd name="T6" fmla="*/ 76 w 164"/>
                <a:gd name="T7" fmla="*/ 246 h 264"/>
                <a:gd name="T8" fmla="*/ 95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7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2 w 164"/>
                <a:gd name="T27" fmla="*/ 81 h 264"/>
                <a:gd name="T28" fmla="*/ 8 w 164"/>
                <a:gd name="T29" fmla="*/ 48 h 264"/>
                <a:gd name="T30" fmla="*/ 25 w 164"/>
                <a:gd name="T31" fmla="*/ 23 h 264"/>
                <a:gd name="T32" fmla="*/ 53 w 164"/>
                <a:gd name="T33" fmla="*/ 6 h 264"/>
                <a:gd name="T34" fmla="*/ 90 w 164"/>
                <a:gd name="T35" fmla="*/ 0 h 264"/>
                <a:gd name="T36" fmla="*/ 123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6 w 164"/>
                <a:gd name="T43" fmla="*/ 53 h 264"/>
                <a:gd name="T44" fmla="*/ 130 w 164"/>
                <a:gd name="T45" fmla="*/ 53 h 264"/>
                <a:gd name="T46" fmla="*/ 113 w 164"/>
                <a:gd name="T47" fmla="*/ 30 h 264"/>
                <a:gd name="T48" fmla="*/ 83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3 w 164"/>
                <a:gd name="T55" fmla="*/ 45 h 264"/>
                <a:gd name="T56" fmla="*/ 39 w 164"/>
                <a:gd name="T57" fmla="*/ 65 h 264"/>
                <a:gd name="T58" fmla="*/ 48 w 164"/>
                <a:gd name="T59" fmla="*/ 91 h 264"/>
                <a:gd name="T60" fmla="*/ 71 w 164"/>
                <a:gd name="T61" fmla="*/ 106 h 264"/>
                <a:gd name="T62" fmla="*/ 101 w 164"/>
                <a:gd name="T63" fmla="*/ 115 h 264"/>
                <a:gd name="T64" fmla="*/ 131 w 164"/>
                <a:gd name="T65" fmla="*/ 126 h 264"/>
                <a:gd name="T66" fmla="*/ 154 w 164"/>
                <a:gd name="T67" fmla="*/ 146 h 264"/>
                <a:gd name="T68" fmla="*/ 164 w 164"/>
                <a:gd name="T69" fmla="*/ 181 h 264"/>
                <a:gd name="T70" fmla="*/ 157 w 164"/>
                <a:gd name="T71" fmla="*/ 212 h 264"/>
                <a:gd name="T72" fmla="*/ 138 w 164"/>
                <a:gd name="T73" fmla="*/ 239 h 264"/>
                <a:gd name="T74" fmla="*/ 108 w 164"/>
                <a:gd name="T75" fmla="*/ 257 h 264"/>
                <a:gd name="T76" fmla="*/ 68 w 164"/>
                <a:gd name="T77" fmla="*/ 264 h 264"/>
                <a:gd name="T78" fmla="*/ 27 w 164"/>
                <a:gd name="T79" fmla="*/ 259 h 264"/>
                <a:gd name="T80" fmla="*/ 0 w 164"/>
                <a:gd name="T81" fmla="*/ 248 h 264"/>
                <a:gd name="T82" fmla="*/ 6 w 164"/>
                <a:gd name="T83" fmla="*/ 229 h 264"/>
                <a:gd name="T84" fmla="*/ 10 w 164"/>
                <a:gd name="T85" fmla="*/ 209 h 264"/>
                <a:gd name="T86" fmla="*/ 16 w 164"/>
                <a:gd name="T87" fmla="*/ 209 h 264"/>
                <a:gd name="T88" fmla="*/ 24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4" y="221"/>
                  </a:moveTo>
                  <a:cubicBezTo>
                    <a:pt x="28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5" y="242"/>
                  </a:cubicBezTo>
                  <a:cubicBezTo>
                    <a:pt x="62" y="244"/>
                    <a:pt x="69" y="246"/>
                    <a:pt x="76" y="246"/>
                  </a:cubicBezTo>
                  <a:cubicBezTo>
                    <a:pt x="83" y="246"/>
                    <a:pt x="89" y="245"/>
                    <a:pt x="95" y="242"/>
                  </a:cubicBezTo>
                  <a:cubicBezTo>
                    <a:pt x="101" y="240"/>
                    <a:pt x="107" y="237"/>
                    <a:pt x="112" y="233"/>
                  </a:cubicBezTo>
                  <a:cubicBezTo>
                    <a:pt x="116" y="230"/>
                    <a:pt x="120" y="225"/>
                    <a:pt x="123" y="219"/>
                  </a:cubicBezTo>
                  <a:cubicBezTo>
                    <a:pt x="126" y="212"/>
                    <a:pt x="127" y="206"/>
                    <a:pt x="127" y="198"/>
                  </a:cubicBezTo>
                  <a:cubicBezTo>
                    <a:pt x="127" y="187"/>
                    <a:pt x="124" y="178"/>
                    <a:pt x="118" y="172"/>
                  </a:cubicBezTo>
                  <a:cubicBezTo>
                    <a:pt x="112" y="167"/>
                    <a:pt x="104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5" y="131"/>
                    <a:pt x="18" y="124"/>
                    <a:pt x="12" y="116"/>
                  </a:cubicBezTo>
                  <a:cubicBezTo>
                    <a:pt x="5" y="107"/>
                    <a:pt x="2" y="96"/>
                    <a:pt x="2" y="81"/>
                  </a:cubicBezTo>
                  <a:cubicBezTo>
                    <a:pt x="2" y="69"/>
                    <a:pt x="4" y="58"/>
                    <a:pt x="8" y="48"/>
                  </a:cubicBezTo>
                  <a:cubicBezTo>
                    <a:pt x="12" y="39"/>
                    <a:pt x="18" y="30"/>
                    <a:pt x="25" y="23"/>
                  </a:cubicBezTo>
                  <a:cubicBezTo>
                    <a:pt x="32" y="16"/>
                    <a:pt x="42" y="11"/>
                    <a:pt x="53" y="6"/>
                  </a:cubicBezTo>
                  <a:cubicBezTo>
                    <a:pt x="63" y="2"/>
                    <a:pt x="76" y="0"/>
                    <a:pt x="90" y="0"/>
                  </a:cubicBezTo>
                  <a:cubicBezTo>
                    <a:pt x="103" y="0"/>
                    <a:pt x="114" y="2"/>
                    <a:pt x="123" y="6"/>
                  </a:cubicBezTo>
                  <a:cubicBezTo>
                    <a:pt x="132" y="9"/>
                    <a:pt x="141" y="13"/>
                    <a:pt x="149" y="15"/>
                  </a:cubicBezTo>
                  <a:cubicBezTo>
                    <a:pt x="146" y="21"/>
                    <a:pt x="143" y="27"/>
                    <a:pt x="141" y="35"/>
                  </a:cubicBezTo>
                  <a:cubicBezTo>
                    <a:pt x="138" y="43"/>
                    <a:pt x="137" y="49"/>
                    <a:pt x="136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1" y="37"/>
                    <a:pt x="113" y="30"/>
                  </a:cubicBezTo>
                  <a:cubicBezTo>
                    <a:pt x="105" y="24"/>
                    <a:pt x="95" y="20"/>
                    <a:pt x="83" y="20"/>
                  </a:cubicBezTo>
                  <a:cubicBezTo>
                    <a:pt x="78" y="20"/>
                    <a:pt x="73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49" y="34"/>
                    <a:pt x="46" y="39"/>
                    <a:pt x="43" y="45"/>
                  </a:cubicBezTo>
                  <a:cubicBezTo>
                    <a:pt x="40" y="50"/>
                    <a:pt x="39" y="57"/>
                    <a:pt x="39" y="65"/>
                  </a:cubicBezTo>
                  <a:cubicBezTo>
                    <a:pt x="39" y="76"/>
                    <a:pt x="42" y="85"/>
                    <a:pt x="48" y="91"/>
                  </a:cubicBezTo>
                  <a:cubicBezTo>
                    <a:pt x="54" y="98"/>
                    <a:pt x="62" y="102"/>
                    <a:pt x="71" y="106"/>
                  </a:cubicBezTo>
                  <a:cubicBezTo>
                    <a:pt x="80" y="109"/>
                    <a:pt x="90" y="113"/>
                    <a:pt x="101" y="115"/>
                  </a:cubicBezTo>
                  <a:cubicBezTo>
                    <a:pt x="112" y="118"/>
                    <a:pt x="122" y="122"/>
                    <a:pt x="131" y="126"/>
                  </a:cubicBezTo>
                  <a:cubicBezTo>
                    <a:pt x="141" y="131"/>
                    <a:pt x="148" y="138"/>
                    <a:pt x="154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1" y="202"/>
                    <a:pt x="157" y="212"/>
                  </a:cubicBezTo>
                  <a:cubicBezTo>
                    <a:pt x="153" y="222"/>
                    <a:pt x="146" y="231"/>
                    <a:pt x="138" y="239"/>
                  </a:cubicBezTo>
                  <a:cubicBezTo>
                    <a:pt x="130" y="247"/>
                    <a:pt x="120" y="253"/>
                    <a:pt x="108" y="257"/>
                  </a:cubicBezTo>
                  <a:cubicBezTo>
                    <a:pt x="96" y="262"/>
                    <a:pt x="83" y="264"/>
                    <a:pt x="68" y="264"/>
                  </a:cubicBezTo>
                  <a:cubicBezTo>
                    <a:pt x="52" y="264"/>
                    <a:pt x="38" y="262"/>
                    <a:pt x="27" y="259"/>
                  </a:cubicBezTo>
                  <a:cubicBezTo>
                    <a:pt x="17" y="256"/>
                    <a:pt x="7" y="252"/>
                    <a:pt x="0" y="248"/>
                  </a:cubicBezTo>
                  <a:cubicBezTo>
                    <a:pt x="2" y="243"/>
                    <a:pt x="4" y="237"/>
                    <a:pt x="6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6" y="209"/>
                    <a:pt x="16" y="209"/>
                    <a:pt x="16" y="209"/>
                  </a:cubicBezTo>
                  <a:cubicBezTo>
                    <a:pt x="18" y="212"/>
                    <a:pt x="21" y="216"/>
                    <a:pt x="24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6" name="Freeform 322"/>
            <p:cNvSpPr>
              <a:spLocks/>
            </p:cNvSpPr>
            <p:nvPr userDrawn="1"/>
          </p:nvSpPr>
          <p:spPr bwMode="auto">
            <a:xfrm>
              <a:off x="5257800" y="4887913"/>
              <a:ext cx="82550" cy="100013"/>
            </a:xfrm>
            <a:custGeom>
              <a:avLst/>
              <a:gdLst>
                <a:gd name="T0" fmla="*/ 1 w 215"/>
                <a:gd name="T1" fmla="*/ 125 h 259"/>
                <a:gd name="T2" fmla="*/ 2 w 215"/>
                <a:gd name="T3" fmla="*/ 85 h 259"/>
                <a:gd name="T4" fmla="*/ 1 w 215"/>
                <a:gd name="T5" fmla="*/ 45 h 259"/>
                <a:gd name="T6" fmla="*/ 1 w 215"/>
                <a:gd name="T7" fmla="*/ 0 h 259"/>
                <a:gd name="T8" fmla="*/ 23 w 215"/>
                <a:gd name="T9" fmla="*/ 3 h 259"/>
                <a:gd name="T10" fmla="*/ 45 w 215"/>
                <a:gd name="T11" fmla="*/ 0 h 259"/>
                <a:gd name="T12" fmla="*/ 41 w 215"/>
                <a:gd name="T13" fmla="*/ 71 h 259"/>
                <a:gd name="T14" fmla="*/ 39 w 215"/>
                <a:gd name="T15" fmla="*/ 149 h 259"/>
                <a:gd name="T16" fmla="*/ 44 w 215"/>
                <a:gd name="T17" fmla="*/ 191 h 259"/>
                <a:gd name="T18" fmla="*/ 55 w 215"/>
                <a:gd name="T19" fmla="*/ 213 h 259"/>
                <a:gd name="T20" fmla="*/ 74 w 215"/>
                <a:gd name="T21" fmla="*/ 228 h 259"/>
                <a:gd name="T22" fmla="*/ 101 w 215"/>
                <a:gd name="T23" fmla="*/ 233 h 259"/>
                <a:gd name="T24" fmla="*/ 138 w 215"/>
                <a:gd name="T25" fmla="*/ 223 h 259"/>
                <a:gd name="T26" fmla="*/ 160 w 215"/>
                <a:gd name="T27" fmla="*/ 199 h 259"/>
                <a:gd name="T28" fmla="*/ 166 w 215"/>
                <a:gd name="T29" fmla="*/ 183 h 259"/>
                <a:gd name="T30" fmla="*/ 169 w 215"/>
                <a:gd name="T31" fmla="*/ 166 h 259"/>
                <a:gd name="T32" fmla="*/ 171 w 215"/>
                <a:gd name="T33" fmla="*/ 138 h 259"/>
                <a:gd name="T34" fmla="*/ 171 w 215"/>
                <a:gd name="T35" fmla="*/ 88 h 259"/>
                <a:gd name="T36" fmla="*/ 171 w 215"/>
                <a:gd name="T37" fmla="*/ 43 h 259"/>
                <a:gd name="T38" fmla="*/ 171 w 215"/>
                <a:gd name="T39" fmla="*/ 21 h 259"/>
                <a:gd name="T40" fmla="*/ 170 w 215"/>
                <a:gd name="T41" fmla="*/ 0 h 259"/>
                <a:gd name="T42" fmla="*/ 181 w 215"/>
                <a:gd name="T43" fmla="*/ 2 h 259"/>
                <a:gd name="T44" fmla="*/ 192 w 215"/>
                <a:gd name="T45" fmla="*/ 3 h 259"/>
                <a:gd name="T46" fmla="*/ 204 w 215"/>
                <a:gd name="T47" fmla="*/ 2 h 259"/>
                <a:gd name="T48" fmla="*/ 215 w 215"/>
                <a:gd name="T49" fmla="*/ 0 h 259"/>
                <a:gd name="T50" fmla="*/ 212 w 215"/>
                <a:gd name="T51" fmla="*/ 81 h 259"/>
                <a:gd name="T52" fmla="*/ 211 w 215"/>
                <a:gd name="T53" fmla="*/ 162 h 259"/>
                <a:gd name="T54" fmla="*/ 212 w 215"/>
                <a:gd name="T55" fmla="*/ 209 h 259"/>
                <a:gd name="T56" fmla="*/ 214 w 215"/>
                <a:gd name="T57" fmla="*/ 254 h 259"/>
                <a:gd name="T58" fmla="*/ 192 w 215"/>
                <a:gd name="T59" fmla="*/ 252 h 259"/>
                <a:gd name="T60" fmla="*/ 171 w 215"/>
                <a:gd name="T61" fmla="*/ 254 h 259"/>
                <a:gd name="T62" fmla="*/ 172 w 215"/>
                <a:gd name="T63" fmla="*/ 243 h 259"/>
                <a:gd name="T64" fmla="*/ 172 w 215"/>
                <a:gd name="T65" fmla="*/ 232 h 259"/>
                <a:gd name="T66" fmla="*/ 172 w 215"/>
                <a:gd name="T67" fmla="*/ 209 h 259"/>
                <a:gd name="T68" fmla="*/ 171 w 215"/>
                <a:gd name="T69" fmla="*/ 209 h 259"/>
                <a:gd name="T70" fmla="*/ 136 w 215"/>
                <a:gd name="T71" fmla="*/ 247 h 259"/>
                <a:gd name="T72" fmla="*/ 88 w 215"/>
                <a:gd name="T73" fmla="*/ 259 h 259"/>
                <a:gd name="T74" fmla="*/ 24 w 215"/>
                <a:gd name="T75" fmla="*/ 237 h 259"/>
                <a:gd name="T76" fmla="*/ 0 w 215"/>
                <a:gd name="T77" fmla="*/ 173 h 259"/>
                <a:gd name="T78" fmla="*/ 1 w 215"/>
                <a:gd name="T79" fmla="*/ 12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5" h="259">
                  <a:moveTo>
                    <a:pt x="1" y="125"/>
                  </a:moveTo>
                  <a:cubicBezTo>
                    <a:pt x="1" y="112"/>
                    <a:pt x="2" y="98"/>
                    <a:pt x="2" y="85"/>
                  </a:cubicBezTo>
                  <a:cubicBezTo>
                    <a:pt x="2" y="73"/>
                    <a:pt x="2" y="59"/>
                    <a:pt x="1" y="45"/>
                  </a:cubicBezTo>
                  <a:cubicBezTo>
                    <a:pt x="1" y="30"/>
                    <a:pt x="1" y="15"/>
                    <a:pt x="1" y="0"/>
                  </a:cubicBez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6" y="2"/>
                    <a:pt x="45" y="0"/>
                  </a:cubicBezTo>
                  <a:cubicBezTo>
                    <a:pt x="43" y="22"/>
                    <a:pt x="41" y="45"/>
                    <a:pt x="41" y="71"/>
                  </a:cubicBezTo>
                  <a:cubicBezTo>
                    <a:pt x="40" y="96"/>
                    <a:pt x="39" y="122"/>
                    <a:pt x="39" y="149"/>
                  </a:cubicBezTo>
                  <a:cubicBezTo>
                    <a:pt x="39" y="167"/>
                    <a:pt x="41" y="181"/>
                    <a:pt x="44" y="191"/>
                  </a:cubicBezTo>
                  <a:cubicBezTo>
                    <a:pt x="47" y="201"/>
                    <a:pt x="51" y="208"/>
                    <a:pt x="55" y="213"/>
                  </a:cubicBezTo>
                  <a:cubicBezTo>
                    <a:pt x="60" y="219"/>
                    <a:pt x="67" y="224"/>
                    <a:pt x="74" y="228"/>
                  </a:cubicBezTo>
                  <a:cubicBezTo>
                    <a:pt x="82" y="231"/>
                    <a:pt x="91" y="233"/>
                    <a:pt x="101" y="233"/>
                  </a:cubicBezTo>
                  <a:cubicBezTo>
                    <a:pt x="116" y="233"/>
                    <a:pt x="128" y="230"/>
                    <a:pt x="138" y="223"/>
                  </a:cubicBezTo>
                  <a:cubicBezTo>
                    <a:pt x="148" y="217"/>
                    <a:pt x="156" y="209"/>
                    <a:pt x="160" y="199"/>
                  </a:cubicBezTo>
                  <a:cubicBezTo>
                    <a:pt x="163" y="193"/>
                    <a:pt x="165" y="188"/>
                    <a:pt x="166" y="183"/>
                  </a:cubicBezTo>
                  <a:cubicBezTo>
                    <a:pt x="167" y="179"/>
                    <a:pt x="169" y="174"/>
                    <a:pt x="169" y="166"/>
                  </a:cubicBezTo>
                  <a:cubicBezTo>
                    <a:pt x="170" y="159"/>
                    <a:pt x="171" y="150"/>
                    <a:pt x="171" y="138"/>
                  </a:cubicBezTo>
                  <a:cubicBezTo>
                    <a:pt x="171" y="125"/>
                    <a:pt x="171" y="109"/>
                    <a:pt x="171" y="88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71" y="35"/>
                    <a:pt x="171" y="28"/>
                    <a:pt x="171" y="21"/>
                  </a:cubicBezTo>
                  <a:cubicBezTo>
                    <a:pt x="171" y="13"/>
                    <a:pt x="170" y="7"/>
                    <a:pt x="170" y="0"/>
                  </a:cubicBezTo>
                  <a:cubicBezTo>
                    <a:pt x="174" y="1"/>
                    <a:pt x="177" y="2"/>
                    <a:pt x="181" y="2"/>
                  </a:cubicBezTo>
                  <a:cubicBezTo>
                    <a:pt x="185" y="3"/>
                    <a:pt x="188" y="3"/>
                    <a:pt x="192" y="3"/>
                  </a:cubicBezTo>
                  <a:cubicBezTo>
                    <a:pt x="196" y="3"/>
                    <a:pt x="200" y="3"/>
                    <a:pt x="204" y="2"/>
                  </a:cubicBezTo>
                  <a:cubicBezTo>
                    <a:pt x="207" y="2"/>
                    <a:pt x="211" y="1"/>
                    <a:pt x="215" y="0"/>
                  </a:cubicBezTo>
                  <a:cubicBezTo>
                    <a:pt x="213" y="28"/>
                    <a:pt x="212" y="55"/>
                    <a:pt x="212" y="81"/>
                  </a:cubicBezTo>
                  <a:cubicBezTo>
                    <a:pt x="211" y="106"/>
                    <a:pt x="211" y="134"/>
                    <a:pt x="211" y="162"/>
                  </a:cubicBezTo>
                  <a:cubicBezTo>
                    <a:pt x="211" y="178"/>
                    <a:pt x="211" y="194"/>
                    <a:pt x="212" y="209"/>
                  </a:cubicBezTo>
                  <a:cubicBezTo>
                    <a:pt x="212" y="225"/>
                    <a:pt x="213" y="239"/>
                    <a:pt x="214" y="254"/>
                  </a:cubicBezTo>
                  <a:cubicBezTo>
                    <a:pt x="206" y="253"/>
                    <a:pt x="199" y="252"/>
                    <a:pt x="192" y="252"/>
                  </a:cubicBezTo>
                  <a:cubicBezTo>
                    <a:pt x="186" y="252"/>
                    <a:pt x="178" y="253"/>
                    <a:pt x="171" y="254"/>
                  </a:cubicBezTo>
                  <a:cubicBezTo>
                    <a:pt x="172" y="250"/>
                    <a:pt x="172" y="247"/>
                    <a:pt x="172" y="243"/>
                  </a:cubicBezTo>
                  <a:cubicBezTo>
                    <a:pt x="172" y="240"/>
                    <a:pt x="172" y="236"/>
                    <a:pt x="172" y="232"/>
                  </a:cubicBezTo>
                  <a:cubicBezTo>
                    <a:pt x="172" y="209"/>
                    <a:pt x="172" y="209"/>
                    <a:pt x="172" y="209"/>
                  </a:cubicBezTo>
                  <a:cubicBezTo>
                    <a:pt x="171" y="209"/>
                    <a:pt x="171" y="209"/>
                    <a:pt x="171" y="209"/>
                  </a:cubicBezTo>
                  <a:cubicBezTo>
                    <a:pt x="162" y="226"/>
                    <a:pt x="150" y="239"/>
                    <a:pt x="136" y="247"/>
                  </a:cubicBezTo>
                  <a:cubicBezTo>
                    <a:pt x="121" y="255"/>
                    <a:pt x="105" y="259"/>
                    <a:pt x="88" y="259"/>
                  </a:cubicBezTo>
                  <a:cubicBezTo>
                    <a:pt x="61" y="259"/>
                    <a:pt x="39" y="252"/>
                    <a:pt x="24" y="237"/>
                  </a:cubicBezTo>
                  <a:cubicBezTo>
                    <a:pt x="8" y="222"/>
                    <a:pt x="0" y="201"/>
                    <a:pt x="0" y="173"/>
                  </a:cubicBezTo>
                  <a:cubicBezTo>
                    <a:pt x="0" y="154"/>
                    <a:pt x="0" y="138"/>
                    <a:pt x="1" y="1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7" name="Freeform 323"/>
            <p:cNvSpPr>
              <a:spLocks/>
            </p:cNvSpPr>
            <p:nvPr userDrawn="1"/>
          </p:nvSpPr>
          <p:spPr bwMode="auto">
            <a:xfrm>
              <a:off x="5387975" y="4832350"/>
              <a:ext cx="19050" cy="153988"/>
            </a:xfrm>
            <a:custGeom>
              <a:avLst/>
              <a:gdLst>
                <a:gd name="T0" fmla="*/ 4 w 48"/>
                <a:gd name="T1" fmla="*/ 114 h 401"/>
                <a:gd name="T2" fmla="*/ 3 w 48"/>
                <a:gd name="T3" fmla="*/ 72 h 401"/>
                <a:gd name="T4" fmla="*/ 2 w 48"/>
                <a:gd name="T5" fmla="*/ 32 h 401"/>
                <a:gd name="T6" fmla="*/ 0 w 48"/>
                <a:gd name="T7" fmla="*/ 0 h 401"/>
                <a:gd name="T8" fmla="*/ 24 w 48"/>
                <a:gd name="T9" fmla="*/ 3 h 401"/>
                <a:gd name="T10" fmla="*/ 48 w 48"/>
                <a:gd name="T11" fmla="*/ 0 h 401"/>
                <a:gd name="T12" fmla="*/ 46 w 48"/>
                <a:gd name="T13" fmla="*/ 32 h 401"/>
                <a:gd name="T14" fmla="*/ 44 w 48"/>
                <a:gd name="T15" fmla="*/ 72 h 401"/>
                <a:gd name="T16" fmla="*/ 44 w 48"/>
                <a:gd name="T17" fmla="*/ 114 h 401"/>
                <a:gd name="T18" fmla="*/ 43 w 48"/>
                <a:gd name="T19" fmla="*/ 153 h 401"/>
                <a:gd name="T20" fmla="*/ 43 w 48"/>
                <a:gd name="T21" fmla="*/ 250 h 401"/>
                <a:gd name="T22" fmla="*/ 44 w 48"/>
                <a:gd name="T23" fmla="*/ 289 h 401"/>
                <a:gd name="T24" fmla="*/ 44 w 48"/>
                <a:gd name="T25" fmla="*/ 331 h 401"/>
                <a:gd name="T26" fmla="*/ 46 w 48"/>
                <a:gd name="T27" fmla="*/ 370 h 401"/>
                <a:gd name="T28" fmla="*/ 48 w 48"/>
                <a:gd name="T29" fmla="*/ 401 h 401"/>
                <a:gd name="T30" fmla="*/ 24 w 48"/>
                <a:gd name="T31" fmla="*/ 400 h 401"/>
                <a:gd name="T32" fmla="*/ 0 w 48"/>
                <a:gd name="T33" fmla="*/ 401 h 401"/>
                <a:gd name="T34" fmla="*/ 2 w 48"/>
                <a:gd name="T35" fmla="*/ 370 h 401"/>
                <a:gd name="T36" fmla="*/ 3 w 48"/>
                <a:gd name="T37" fmla="*/ 331 h 401"/>
                <a:gd name="T38" fmla="*/ 4 w 48"/>
                <a:gd name="T39" fmla="*/ 289 h 401"/>
                <a:gd name="T40" fmla="*/ 4 w 48"/>
                <a:gd name="T41" fmla="*/ 250 h 401"/>
                <a:gd name="T42" fmla="*/ 4 w 48"/>
                <a:gd name="T43" fmla="*/ 153 h 401"/>
                <a:gd name="T44" fmla="*/ 4 w 48"/>
                <a:gd name="T45" fmla="*/ 11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401">
                  <a:moveTo>
                    <a:pt x="4" y="114"/>
                  </a:moveTo>
                  <a:cubicBezTo>
                    <a:pt x="4" y="100"/>
                    <a:pt x="3" y="86"/>
                    <a:pt x="3" y="72"/>
                  </a:cubicBezTo>
                  <a:cubicBezTo>
                    <a:pt x="3" y="58"/>
                    <a:pt x="2" y="45"/>
                    <a:pt x="2" y="32"/>
                  </a:cubicBezTo>
                  <a:cubicBezTo>
                    <a:pt x="1" y="20"/>
                    <a:pt x="1" y="9"/>
                    <a:pt x="0" y="0"/>
                  </a:cubicBezTo>
                  <a:cubicBezTo>
                    <a:pt x="10" y="2"/>
                    <a:pt x="18" y="3"/>
                    <a:pt x="24" y="3"/>
                  </a:cubicBezTo>
                  <a:cubicBezTo>
                    <a:pt x="30" y="3"/>
                    <a:pt x="38" y="2"/>
                    <a:pt x="48" y="0"/>
                  </a:cubicBezTo>
                  <a:cubicBezTo>
                    <a:pt x="47" y="9"/>
                    <a:pt x="47" y="20"/>
                    <a:pt x="46" y="32"/>
                  </a:cubicBezTo>
                  <a:cubicBezTo>
                    <a:pt x="45" y="45"/>
                    <a:pt x="45" y="58"/>
                    <a:pt x="44" y="72"/>
                  </a:cubicBezTo>
                  <a:cubicBezTo>
                    <a:pt x="44" y="86"/>
                    <a:pt x="44" y="100"/>
                    <a:pt x="44" y="114"/>
                  </a:cubicBezTo>
                  <a:cubicBezTo>
                    <a:pt x="43" y="128"/>
                    <a:pt x="43" y="141"/>
                    <a:pt x="43" y="153"/>
                  </a:cubicBezTo>
                  <a:cubicBezTo>
                    <a:pt x="43" y="250"/>
                    <a:pt x="43" y="250"/>
                    <a:pt x="43" y="250"/>
                  </a:cubicBezTo>
                  <a:cubicBezTo>
                    <a:pt x="43" y="262"/>
                    <a:pt x="43" y="275"/>
                    <a:pt x="44" y="289"/>
                  </a:cubicBezTo>
                  <a:cubicBezTo>
                    <a:pt x="44" y="303"/>
                    <a:pt x="44" y="317"/>
                    <a:pt x="44" y="331"/>
                  </a:cubicBezTo>
                  <a:cubicBezTo>
                    <a:pt x="45" y="345"/>
                    <a:pt x="45" y="358"/>
                    <a:pt x="46" y="370"/>
                  </a:cubicBezTo>
                  <a:cubicBezTo>
                    <a:pt x="47" y="383"/>
                    <a:pt x="47" y="393"/>
                    <a:pt x="48" y="401"/>
                  </a:cubicBezTo>
                  <a:cubicBezTo>
                    <a:pt x="40" y="401"/>
                    <a:pt x="32" y="400"/>
                    <a:pt x="24" y="400"/>
                  </a:cubicBezTo>
                  <a:cubicBezTo>
                    <a:pt x="16" y="400"/>
                    <a:pt x="8" y="401"/>
                    <a:pt x="0" y="401"/>
                  </a:cubicBezTo>
                  <a:cubicBezTo>
                    <a:pt x="1" y="393"/>
                    <a:pt x="1" y="383"/>
                    <a:pt x="2" y="370"/>
                  </a:cubicBezTo>
                  <a:cubicBezTo>
                    <a:pt x="2" y="358"/>
                    <a:pt x="3" y="345"/>
                    <a:pt x="3" y="331"/>
                  </a:cubicBezTo>
                  <a:cubicBezTo>
                    <a:pt x="3" y="317"/>
                    <a:pt x="4" y="303"/>
                    <a:pt x="4" y="289"/>
                  </a:cubicBezTo>
                  <a:cubicBezTo>
                    <a:pt x="4" y="275"/>
                    <a:pt x="4" y="262"/>
                    <a:pt x="4" y="250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4" y="141"/>
                    <a:pt x="4" y="128"/>
                    <a:pt x="4" y="1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8" name="Freeform 324"/>
            <p:cNvSpPr>
              <a:spLocks/>
            </p:cNvSpPr>
            <p:nvPr userDrawn="1"/>
          </p:nvSpPr>
          <p:spPr bwMode="auto">
            <a:xfrm>
              <a:off x="5441950" y="4862513"/>
              <a:ext cx="52388" cy="125413"/>
            </a:xfrm>
            <a:custGeom>
              <a:avLst/>
              <a:gdLst>
                <a:gd name="T0" fmla="*/ 79 w 139"/>
                <a:gd name="T1" fmla="*/ 0 h 329"/>
                <a:gd name="T2" fmla="*/ 77 w 139"/>
                <a:gd name="T3" fmla="*/ 39 h 329"/>
                <a:gd name="T4" fmla="*/ 75 w 139"/>
                <a:gd name="T5" fmla="*/ 78 h 329"/>
                <a:gd name="T6" fmla="*/ 97 w 139"/>
                <a:gd name="T7" fmla="*/ 78 h 329"/>
                <a:gd name="T8" fmla="*/ 131 w 139"/>
                <a:gd name="T9" fmla="*/ 76 h 329"/>
                <a:gd name="T10" fmla="*/ 131 w 139"/>
                <a:gd name="T11" fmla="*/ 82 h 329"/>
                <a:gd name="T12" fmla="*/ 131 w 139"/>
                <a:gd name="T13" fmla="*/ 87 h 329"/>
                <a:gd name="T14" fmla="*/ 131 w 139"/>
                <a:gd name="T15" fmla="*/ 93 h 329"/>
                <a:gd name="T16" fmla="*/ 131 w 139"/>
                <a:gd name="T17" fmla="*/ 99 h 329"/>
                <a:gd name="T18" fmla="*/ 117 w 139"/>
                <a:gd name="T19" fmla="*/ 98 h 329"/>
                <a:gd name="T20" fmla="*/ 101 w 139"/>
                <a:gd name="T21" fmla="*/ 98 h 329"/>
                <a:gd name="T22" fmla="*/ 75 w 139"/>
                <a:gd name="T23" fmla="*/ 98 h 329"/>
                <a:gd name="T24" fmla="*/ 74 w 139"/>
                <a:gd name="T25" fmla="*/ 115 h 329"/>
                <a:gd name="T26" fmla="*/ 73 w 139"/>
                <a:gd name="T27" fmla="*/ 150 h 329"/>
                <a:gd name="T28" fmla="*/ 72 w 139"/>
                <a:gd name="T29" fmla="*/ 193 h 329"/>
                <a:gd name="T30" fmla="*/ 72 w 139"/>
                <a:gd name="T31" fmla="*/ 233 h 329"/>
                <a:gd name="T32" fmla="*/ 72 w 139"/>
                <a:gd name="T33" fmla="*/ 262 h 329"/>
                <a:gd name="T34" fmla="*/ 77 w 139"/>
                <a:gd name="T35" fmla="*/ 288 h 329"/>
                <a:gd name="T36" fmla="*/ 90 w 139"/>
                <a:gd name="T37" fmla="*/ 306 h 329"/>
                <a:gd name="T38" fmla="*/ 115 w 139"/>
                <a:gd name="T39" fmla="*/ 313 h 329"/>
                <a:gd name="T40" fmla="*/ 126 w 139"/>
                <a:gd name="T41" fmla="*/ 312 h 329"/>
                <a:gd name="T42" fmla="*/ 139 w 139"/>
                <a:gd name="T43" fmla="*/ 310 h 329"/>
                <a:gd name="T44" fmla="*/ 139 w 139"/>
                <a:gd name="T45" fmla="*/ 323 h 329"/>
                <a:gd name="T46" fmla="*/ 119 w 139"/>
                <a:gd name="T47" fmla="*/ 327 h 329"/>
                <a:gd name="T48" fmla="*/ 98 w 139"/>
                <a:gd name="T49" fmla="*/ 329 h 329"/>
                <a:gd name="T50" fmla="*/ 48 w 139"/>
                <a:gd name="T51" fmla="*/ 312 h 329"/>
                <a:gd name="T52" fmla="*/ 33 w 139"/>
                <a:gd name="T53" fmla="*/ 264 h 329"/>
                <a:gd name="T54" fmla="*/ 33 w 139"/>
                <a:gd name="T55" fmla="*/ 233 h 329"/>
                <a:gd name="T56" fmla="*/ 34 w 139"/>
                <a:gd name="T57" fmla="*/ 196 h 329"/>
                <a:gd name="T58" fmla="*/ 35 w 139"/>
                <a:gd name="T59" fmla="*/ 152 h 329"/>
                <a:gd name="T60" fmla="*/ 36 w 139"/>
                <a:gd name="T61" fmla="*/ 98 h 329"/>
                <a:gd name="T62" fmla="*/ 19 w 139"/>
                <a:gd name="T63" fmla="*/ 98 h 329"/>
                <a:gd name="T64" fmla="*/ 10 w 139"/>
                <a:gd name="T65" fmla="*/ 98 h 329"/>
                <a:gd name="T66" fmla="*/ 0 w 139"/>
                <a:gd name="T67" fmla="*/ 99 h 329"/>
                <a:gd name="T68" fmla="*/ 1 w 139"/>
                <a:gd name="T69" fmla="*/ 92 h 329"/>
                <a:gd name="T70" fmla="*/ 1 w 139"/>
                <a:gd name="T71" fmla="*/ 86 h 329"/>
                <a:gd name="T72" fmla="*/ 1 w 139"/>
                <a:gd name="T73" fmla="*/ 81 h 329"/>
                <a:gd name="T74" fmla="*/ 0 w 139"/>
                <a:gd name="T75" fmla="*/ 75 h 329"/>
                <a:gd name="T76" fmla="*/ 35 w 139"/>
                <a:gd name="T77" fmla="*/ 77 h 329"/>
                <a:gd name="T78" fmla="*/ 34 w 139"/>
                <a:gd name="T79" fmla="*/ 51 h 329"/>
                <a:gd name="T80" fmla="*/ 33 w 139"/>
                <a:gd name="T81" fmla="*/ 18 h 329"/>
                <a:gd name="T82" fmla="*/ 77 w 139"/>
                <a:gd name="T83" fmla="*/ 0 h 329"/>
                <a:gd name="T84" fmla="*/ 79 w 139"/>
                <a:gd name="T85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" h="329">
                  <a:moveTo>
                    <a:pt x="79" y="0"/>
                  </a:moveTo>
                  <a:cubicBezTo>
                    <a:pt x="78" y="13"/>
                    <a:pt x="77" y="26"/>
                    <a:pt x="77" y="39"/>
                  </a:cubicBezTo>
                  <a:cubicBezTo>
                    <a:pt x="76" y="52"/>
                    <a:pt x="76" y="65"/>
                    <a:pt x="75" y="78"/>
                  </a:cubicBezTo>
                  <a:cubicBezTo>
                    <a:pt x="79" y="78"/>
                    <a:pt x="86" y="78"/>
                    <a:pt x="97" y="78"/>
                  </a:cubicBezTo>
                  <a:cubicBezTo>
                    <a:pt x="107" y="77"/>
                    <a:pt x="119" y="77"/>
                    <a:pt x="131" y="76"/>
                  </a:cubicBezTo>
                  <a:cubicBezTo>
                    <a:pt x="131" y="77"/>
                    <a:pt x="131" y="79"/>
                    <a:pt x="131" y="82"/>
                  </a:cubicBezTo>
                  <a:cubicBezTo>
                    <a:pt x="131" y="87"/>
                    <a:pt x="131" y="87"/>
                    <a:pt x="131" y="87"/>
                  </a:cubicBezTo>
                  <a:cubicBezTo>
                    <a:pt x="131" y="93"/>
                    <a:pt x="131" y="93"/>
                    <a:pt x="131" y="93"/>
                  </a:cubicBezTo>
                  <a:cubicBezTo>
                    <a:pt x="131" y="96"/>
                    <a:pt x="131" y="98"/>
                    <a:pt x="131" y="99"/>
                  </a:cubicBezTo>
                  <a:cubicBezTo>
                    <a:pt x="127" y="98"/>
                    <a:pt x="122" y="98"/>
                    <a:pt x="117" y="98"/>
                  </a:cubicBezTo>
                  <a:cubicBezTo>
                    <a:pt x="112" y="98"/>
                    <a:pt x="107" y="98"/>
                    <a:pt x="101" y="98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5" y="99"/>
                    <a:pt x="74" y="105"/>
                    <a:pt x="74" y="115"/>
                  </a:cubicBezTo>
                  <a:cubicBezTo>
                    <a:pt x="73" y="125"/>
                    <a:pt x="73" y="137"/>
                    <a:pt x="73" y="150"/>
                  </a:cubicBezTo>
                  <a:cubicBezTo>
                    <a:pt x="72" y="164"/>
                    <a:pt x="72" y="178"/>
                    <a:pt x="72" y="193"/>
                  </a:cubicBezTo>
                  <a:cubicBezTo>
                    <a:pt x="72" y="208"/>
                    <a:pt x="72" y="221"/>
                    <a:pt x="72" y="233"/>
                  </a:cubicBezTo>
                  <a:cubicBezTo>
                    <a:pt x="72" y="243"/>
                    <a:pt x="72" y="253"/>
                    <a:pt x="72" y="262"/>
                  </a:cubicBezTo>
                  <a:cubicBezTo>
                    <a:pt x="73" y="272"/>
                    <a:pt x="75" y="280"/>
                    <a:pt x="77" y="288"/>
                  </a:cubicBezTo>
                  <a:cubicBezTo>
                    <a:pt x="80" y="295"/>
                    <a:pt x="85" y="302"/>
                    <a:pt x="90" y="306"/>
                  </a:cubicBezTo>
                  <a:cubicBezTo>
                    <a:pt x="96" y="311"/>
                    <a:pt x="104" y="313"/>
                    <a:pt x="115" y="313"/>
                  </a:cubicBezTo>
                  <a:cubicBezTo>
                    <a:pt x="118" y="313"/>
                    <a:pt x="121" y="313"/>
                    <a:pt x="126" y="312"/>
                  </a:cubicBezTo>
                  <a:cubicBezTo>
                    <a:pt x="131" y="312"/>
                    <a:pt x="135" y="311"/>
                    <a:pt x="139" y="310"/>
                  </a:cubicBezTo>
                  <a:cubicBezTo>
                    <a:pt x="139" y="323"/>
                    <a:pt x="139" y="323"/>
                    <a:pt x="139" y="323"/>
                  </a:cubicBezTo>
                  <a:cubicBezTo>
                    <a:pt x="133" y="324"/>
                    <a:pt x="126" y="325"/>
                    <a:pt x="119" y="327"/>
                  </a:cubicBezTo>
                  <a:cubicBezTo>
                    <a:pt x="111" y="328"/>
                    <a:pt x="104" y="329"/>
                    <a:pt x="98" y="329"/>
                  </a:cubicBezTo>
                  <a:cubicBezTo>
                    <a:pt x="75" y="329"/>
                    <a:pt x="59" y="323"/>
                    <a:pt x="48" y="312"/>
                  </a:cubicBezTo>
                  <a:cubicBezTo>
                    <a:pt x="38" y="301"/>
                    <a:pt x="33" y="285"/>
                    <a:pt x="33" y="264"/>
                  </a:cubicBezTo>
                  <a:cubicBezTo>
                    <a:pt x="33" y="254"/>
                    <a:pt x="33" y="244"/>
                    <a:pt x="33" y="233"/>
                  </a:cubicBezTo>
                  <a:cubicBezTo>
                    <a:pt x="33" y="222"/>
                    <a:pt x="34" y="209"/>
                    <a:pt x="34" y="196"/>
                  </a:cubicBezTo>
                  <a:cubicBezTo>
                    <a:pt x="35" y="183"/>
                    <a:pt x="35" y="168"/>
                    <a:pt x="35" y="152"/>
                  </a:cubicBezTo>
                  <a:cubicBezTo>
                    <a:pt x="36" y="136"/>
                    <a:pt x="36" y="118"/>
                    <a:pt x="36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6" y="98"/>
                    <a:pt x="13" y="98"/>
                    <a:pt x="10" y="98"/>
                  </a:cubicBezTo>
                  <a:cubicBezTo>
                    <a:pt x="7" y="98"/>
                    <a:pt x="3" y="98"/>
                    <a:pt x="0" y="99"/>
                  </a:cubicBezTo>
                  <a:cubicBezTo>
                    <a:pt x="0" y="96"/>
                    <a:pt x="0" y="94"/>
                    <a:pt x="1" y="92"/>
                  </a:cubicBezTo>
                  <a:cubicBezTo>
                    <a:pt x="1" y="90"/>
                    <a:pt x="1" y="88"/>
                    <a:pt x="1" y="86"/>
                  </a:cubicBezTo>
                  <a:cubicBezTo>
                    <a:pt x="1" y="84"/>
                    <a:pt x="1" y="83"/>
                    <a:pt x="1" y="81"/>
                  </a:cubicBezTo>
                  <a:cubicBezTo>
                    <a:pt x="0" y="79"/>
                    <a:pt x="0" y="77"/>
                    <a:pt x="0" y="75"/>
                  </a:cubicBezTo>
                  <a:cubicBezTo>
                    <a:pt x="16" y="76"/>
                    <a:pt x="28" y="77"/>
                    <a:pt x="35" y="77"/>
                  </a:cubicBezTo>
                  <a:cubicBezTo>
                    <a:pt x="35" y="70"/>
                    <a:pt x="34" y="61"/>
                    <a:pt x="34" y="51"/>
                  </a:cubicBezTo>
                  <a:cubicBezTo>
                    <a:pt x="34" y="40"/>
                    <a:pt x="34" y="29"/>
                    <a:pt x="33" y="1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69" name="Freeform 325"/>
            <p:cNvSpPr>
              <a:spLocks/>
            </p:cNvSpPr>
            <p:nvPr userDrawn="1"/>
          </p:nvSpPr>
          <p:spPr bwMode="auto">
            <a:xfrm>
              <a:off x="5514975" y="4886325"/>
              <a:ext cx="63500" cy="101600"/>
            </a:xfrm>
            <a:custGeom>
              <a:avLst/>
              <a:gdLst>
                <a:gd name="T0" fmla="*/ 25 w 164"/>
                <a:gd name="T1" fmla="*/ 221 h 264"/>
                <a:gd name="T2" fmla="*/ 38 w 164"/>
                <a:gd name="T3" fmla="*/ 233 h 264"/>
                <a:gd name="T4" fmla="*/ 56 w 164"/>
                <a:gd name="T5" fmla="*/ 242 h 264"/>
                <a:gd name="T6" fmla="*/ 77 w 164"/>
                <a:gd name="T7" fmla="*/ 246 h 264"/>
                <a:gd name="T8" fmla="*/ 96 w 164"/>
                <a:gd name="T9" fmla="*/ 242 h 264"/>
                <a:gd name="T10" fmla="*/ 112 w 164"/>
                <a:gd name="T11" fmla="*/ 233 h 264"/>
                <a:gd name="T12" fmla="*/ 123 w 164"/>
                <a:gd name="T13" fmla="*/ 219 h 264"/>
                <a:gd name="T14" fmla="*/ 128 w 164"/>
                <a:gd name="T15" fmla="*/ 198 h 264"/>
                <a:gd name="T16" fmla="*/ 118 w 164"/>
                <a:gd name="T17" fmla="*/ 172 h 264"/>
                <a:gd name="T18" fmla="*/ 95 w 164"/>
                <a:gd name="T19" fmla="*/ 158 h 264"/>
                <a:gd name="T20" fmla="*/ 65 w 164"/>
                <a:gd name="T21" fmla="*/ 148 h 264"/>
                <a:gd name="T22" fmla="*/ 35 w 164"/>
                <a:gd name="T23" fmla="*/ 136 h 264"/>
                <a:gd name="T24" fmla="*/ 12 w 164"/>
                <a:gd name="T25" fmla="*/ 116 h 264"/>
                <a:gd name="T26" fmla="*/ 3 w 164"/>
                <a:gd name="T27" fmla="*/ 81 h 264"/>
                <a:gd name="T28" fmla="*/ 9 w 164"/>
                <a:gd name="T29" fmla="*/ 48 h 264"/>
                <a:gd name="T30" fmla="*/ 26 w 164"/>
                <a:gd name="T31" fmla="*/ 23 h 264"/>
                <a:gd name="T32" fmla="*/ 53 w 164"/>
                <a:gd name="T33" fmla="*/ 6 h 264"/>
                <a:gd name="T34" fmla="*/ 91 w 164"/>
                <a:gd name="T35" fmla="*/ 0 h 264"/>
                <a:gd name="T36" fmla="*/ 124 w 164"/>
                <a:gd name="T37" fmla="*/ 6 h 264"/>
                <a:gd name="T38" fmla="*/ 149 w 164"/>
                <a:gd name="T39" fmla="*/ 15 h 264"/>
                <a:gd name="T40" fmla="*/ 141 w 164"/>
                <a:gd name="T41" fmla="*/ 35 h 264"/>
                <a:gd name="T42" fmla="*/ 137 w 164"/>
                <a:gd name="T43" fmla="*/ 53 h 264"/>
                <a:gd name="T44" fmla="*/ 130 w 164"/>
                <a:gd name="T45" fmla="*/ 53 h 264"/>
                <a:gd name="T46" fmla="*/ 114 w 164"/>
                <a:gd name="T47" fmla="*/ 30 h 264"/>
                <a:gd name="T48" fmla="*/ 84 w 164"/>
                <a:gd name="T49" fmla="*/ 20 h 264"/>
                <a:gd name="T50" fmla="*/ 68 w 164"/>
                <a:gd name="T51" fmla="*/ 23 h 264"/>
                <a:gd name="T52" fmla="*/ 54 w 164"/>
                <a:gd name="T53" fmla="*/ 31 h 264"/>
                <a:gd name="T54" fmla="*/ 44 w 164"/>
                <a:gd name="T55" fmla="*/ 45 h 264"/>
                <a:gd name="T56" fmla="*/ 40 w 164"/>
                <a:gd name="T57" fmla="*/ 65 h 264"/>
                <a:gd name="T58" fmla="*/ 49 w 164"/>
                <a:gd name="T59" fmla="*/ 91 h 264"/>
                <a:gd name="T60" fmla="*/ 72 w 164"/>
                <a:gd name="T61" fmla="*/ 106 h 264"/>
                <a:gd name="T62" fmla="*/ 102 w 164"/>
                <a:gd name="T63" fmla="*/ 115 h 264"/>
                <a:gd name="T64" fmla="*/ 132 w 164"/>
                <a:gd name="T65" fmla="*/ 126 h 264"/>
                <a:gd name="T66" fmla="*/ 155 w 164"/>
                <a:gd name="T67" fmla="*/ 146 h 264"/>
                <a:gd name="T68" fmla="*/ 164 w 164"/>
                <a:gd name="T69" fmla="*/ 181 h 264"/>
                <a:gd name="T70" fmla="*/ 158 w 164"/>
                <a:gd name="T71" fmla="*/ 212 h 264"/>
                <a:gd name="T72" fmla="*/ 139 w 164"/>
                <a:gd name="T73" fmla="*/ 239 h 264"/>
                <a:gd name="T74" fmla="*/ 109 w 164"/>
                <a:gd name="T75" fmla="*/ 257 h 264"/>
                <a:gd name="T76" fmla="*/ 69 w 164"/>
                <a:gd name="T77" fmla="*/ 264 h 264"/>
                <a:gd name="T78" fmla="*/ 28 w 164"/>
                <a:gd name="T79" fmla="*/ 259 h 264"/>
                <a:gd name="T80" fmla="*/ 0 w 164"/>
                <a:gd name="T81" fmla="*/ 248 h 264"/>
                <a:gd name="T82" fmla="*/ 7 w 164"/>
                <a:gd name="T83" fmla="*/ 229 h 264"/>
                <a:gd name="T84" fmla="*/ 10 w 164"/>
                <a:gd name="T85" fmla="*/ 209 h 264"/>
                <a:gd name="T86" fmla="*/ 17 w 164"/>
                <a:gd name="T87" fmla="*/ 209 h 264"/>
                <a:gd name="T88" fmla="*/ 25 w 164"/>
                <a:gd name="T89" fmla="*/ 22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4" h="264">
                  <a:moveTo>
                    <a:pt x="25" y="221"/>
                  </a:moveTo>
                  <a:cubicBezTo>
                    <a:pt x="29" y="225"/>
                    <a:pt x="33" y="229"/>
                    <a:pt x="38" y="233"/>
                  </a:cubicBezTo>
                  <a:cubicBezTo>
                    <a:pt x="43" y="236"/>
                    <a:pt x="49" y="239"/>
                    <a:pt x="56" y="242"/>
                  </a:cubicBezTo>
                  <a:cubicBezTo>
                    <a:pt x="62" y="244"/>
                    <a:pt x="69" y="246"/>
                    <a:pt x="77" y="246"/>
                  </a:cubicBezTo>
                  <a:cubicBezTo>
                    <a:pt x="83" y="246"/>
                    <a:pt x="90" y="245"/>
                    <a:pt x="96" y="242"/>
                  </a:cubicBezTo>
                  <a:cubicBezTo>
                    <a:pt x="102" y="240"/>
                    <a:pt x="107" y="237"/>
                    <a:pt x="112" y="233"/>
                  </a:cubicBezTo>
                  <a:cubicBezTo>
                    <a:pt x="117" y="230"/>
                    <a:pt x="121" y="225"/>
                    <a:pt x="123" y="219"/>
                  </a:cubicBezTo>
                  <a:cubicBezTo>
                    <a:pt x="126" y="212"/>
                    <a:pt x="128" y="206"/>
                    <a:pt x="128" y="198"/>
                  </a:cubicBezTo>
                  <a:cubicBezTo>
                    <a:pt x="128" y="187"/>
                    <a:pt x="125" y="178"/>
                    <a:pt x="118" y="172"/>
                  </a:cubicBezTo>
                  <a:cubicBezTo>
                    <a:pt x="112" y="167"/>
                    <a:pt x="105" y="162"/>
                    <a:pt x="95" y="158"/>
                  </a:cubicBezTo>
                  <a:cubicBezTo>
                    <a:pt x="86" y="154"/>
                    <a:pt x="76" y="151"/>
                    <a:pt x="65" y="148"/>
                  </a:cubicBezTo>
                  <a:cubicBezTo>
                    <a:pt x="54" y="145"/>
                    <a:pt x="44" y="141"/>
                    <a:pt x="35" y="136"/>
                  </a:cubicBezTo>
                  <a:cubicBezTo>
                    <a:pt x="26" y="131"/>
                    <a:pt x="18" y="124"/>
                    <a:pt x="12" y="116"/>
                  </a:cubicBezTo>
                  <a:cubicBezTo>
                    <a:pt x="6" y="107"/>
                    <a:pt x="3" y="96"/>
                    <a:pt x="3" y="81"/>
                  </a:cubicBezTo>
                  <a:cubicBezTo>
                    <a:pt x="3" y="69"/>
                    <a:pt x="5" y="58"/>
                    <a:pt x="9" y="48"/>
                  </a:cubicBezTo>
                  <a:cubicBezTo>
                    <a:pt x="13" y="39"/>
                    <a:pt x="18" y="30"/>
                    <a:pt x="26" y="23"/>
                  </a:cubicBezTo>
                  <a:cubicBezTo>
                    <a:pt x="33" y="16"/>
                    <a:pt x="42" y="11"/>
                    <a:pt x="53" y="6"/>
                  </a:cubicBezTo>
                  <a:cubicBezTo>
                    <a:pt x="64" y="2"/>
                    <a:pt x="77" y="0"/>
                    <a:pt x="91" y="0"/>
                  </a:cubicBezTo>
                  <a:cubicBezTo>
                    <a:pt x="104" y="0"/>
                    <a:pt x="115" y="2"/>
                    <a:pt x="124" y="6"/>
                  </a:cubicBezTo>
                  <a:cubicBezTo>
                    <a:pt x="133" y="9"/>
                    <a:pt x="141" y="13"/>
                    <a:pt x="149" y="15"/>
                  </a:cubicBezTo>
                  <a:cubicBezTo>
                    <a:pt x="147" y="21"/>
                    <a:pt x="144" y="27"/>
                    <a:pt x="141" y="35"/>
                  </a:cubicBezTo>
                  <a:cubicBezTo>
                    <a:pt x="139" y="43"/>
                    <a:pt x="137" y="49"/>
                    <a:pt x="137" y="53"/>
                  </a:cubicBezTo>
                  <a:cubicBezTo>
                    <a:pt x="130" y="53"/>
                    <a:pt x="130" y="53"/>
                    <a:pt x="130" y="53"/>
                  </a:cubicBezTo>
                  <a:cubicBezTo>
                    <a:pt x="127" y="45"/>
                    <a:pt x="122" y="37"/>
                    <a:pt x="114" y="30"/>
                  </a:cubicBezTo>
                  <a:cubicBezTo>
                    <a:pt x="106" y="24"/>
                    <a:pt x="96" y="20"/>
                    <a:pt x="84" y="20"/>
                  </a:cubicBezTo>
                  <a:cubicBezTo>
                    <a:pt x="79" y="20"/>
                    <a:pt x="74" y="21"/>
                    <a:pt x="68" y="23"/>
                  </a:cubicBezTo>
                  <a:cubicBezTo>
                    <a:pt x="63" y="25"/>
                    <a:pt x="58" y="27"/>
                    <a:pt x="54" y="31"/>
                  </a:cubicBezTo>
                  <a:cubicBezTo>
                    <a:pt x="50" y="34"/>
                    <a:pt x="47" y="39"/>
                    <a:pt x="44" y="45"/>
                  </a:cubicBezTo>
                  <a:cubicBezTo>
                    <a:pt x="41" y="50"/>
                    <a:pt x="40" y="57"/>
                    <a:pt x="40" y="65"/>
                  </a:cubicBezTo>
                  <a:cubicBezTo>
                    <a:pt x="40" y="76"/>
                    <a:pt x="43" y="85"/>
                    <a:pt x="49" y="91"/>
                  </a:cubicBezTo>
                  <a:cubicBezTo>
                    <a:pt x="55" y="98"/>
                    <a:pt x="63" y="102"/>
                    <a:pt x="72" y="106"/>
                  </a:cubicBezTo>
                  <a:cubicBezTo>
                    <a:pt x="81" y="109"/>
                    <a:pt x="91" y="113"/>
                    <a:pt x="102" y="115"/>
                  </a:cubicBezTo>
                  <a:cubicBezTo>
                    <a:pt x="113" y="118"/>
                    <a:pt x="123" y="122"/>
                    <a:pt x="132" y="126"/>
                  </a:cubicBezTo>
                  <a:cubicBezTo>
                    <a:pt x="141" y="131"/>
                    <a:pt x="149" y="138"/>
                    <a:pt x="155" y="146"/>
                  </a:cubicBezTo>
                  <a:cubicBezTo>
                    <a:pt x="161" y="155"/>
                    <a:pt x="164" y="167"/>
                    <a:pt x="164" y="181"/>
                  </a:cubicBezTo>
                  <a:cubicBezTo>
                    <a:pt x="164" y="192"/>
                    <a:pt x="162" y="202"/>
                    <a:pt x="158" y="212"/>
                  </a:cubicBezTo>
                  <a:cubicBezTo>
                    <a:pt x="153" y="222"/>
                    <a:pt x="147" y="231"/>
                    <a:pt x="139" y="239"/>
                  </a:cubicBezTo>
                  <a:cubicBezTo>
                    <a:pt x="130" y="247"/>
                    <a:pt x="120" y="253"/>
                    <a:pt x="109" y="257"/>
                  </a:cubicBezTo>
                  <a:cubicBezTo>
                    <a:pt x="97" y="262"/>
                    <a:pt x="84" y="264"/>
                    <a:pt x="69" y="264"/>
                  </a:cubicBezTo>
                  <a:cubicBezTo>
                    <a:pt x="53" y="264"/>
                    <a:pt x="39" y="262"/>
                    <a:pt x="28" y="259"/>
                  </a:cubicBezTo>
                  <a:cubicBezTo>
                    <a:pt x="17" y="256"/>
                    <a:pt x="8" y="252"/>
                    <a:pt x="0" y="248"/>
                  </a:cubicBezTo>
                  <a:cubicBezTo>
                    <a:pt x="3" y="243"/>
                    <a:pt x="5" y="237"/>
                    <a:pt x="7" y="229"/>
                  </a:cubicBezTo>
                  <a:cubicBezTo>
                    <a:pt x="9" y="221"/>
                    <a:pt x="10" y="214"/>
                    <a:pt x="10" y="209"/>
                  </a:cubicBezTo>
                  <a:cubicBezTo>
                    <a:pt x="17" y="209"/>
                    <a:pt x="17" y="209"/>
                    <a:pt x="17" y="209"/>
                  </a:cubicBezTo>
                  <a:cubicBezTo>
                    <a:pt x="19" y="212"/>
                    <a:pt x="21" y="216"/>
                    <a:pt x="25" y="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0" name="Rectangle 326"/>
            <p:cNvSpPr>
              <a:spLocks noChangeArrowheads="1"/>
            </p:cNvSpPr>
            <p:nvPr userDrawn="1"/>
          </p:nvSpPr>
          <p:spPr bwMode="auto">
            <a:xfrm>
              <a:off x="2746375" y="4645025"/>
              <a:ext cx="19050" cy="5286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1" name="Freeform 327"/>
            <p:cNvSpPr>
              <a:spLocks noEditPoints="1"/>
            </p:cNvSpPr>
            <p:nvPr userDrawn="1"/>
          </p:nvSpPr>
          <p:spPr bwMode="auto">
            <a:xfrm>
              <a:off x="898525" y="4786313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2" name="Freeform 328"/>
            <p:cNvSpPr>
              <a:spLocks noEditPoints="1"/>
            </p:cNvSpPr>
            <p:nvPr userDrawn="1"/>
          </p:nvSpPr>
          <p:spPr bwMode="auto">
            <a:xfrm>
              <a:off x="1127125" y="4645025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3" name="Freeform 329"/>
            <p:cNvSpPr>
              <a:spLocks/>
            </p:cNvSpPr>
            <p:nvPr userDrawn="1"/>
          </p:nvSpPr>
          <p:spPr bwMode="auto">
            <a:xfrm>
              <a:off x="1393825" y="4789488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4" name="Freeform 330"/>
            <p:cNvSpPr>
              <a:spLocks/>
            </p:cNvSpPr>
            <p:nvPr userDrawn="1"/>
          </p:nvSpPr>
          <p:spPr bwMode="auto">
            <a:xfrm>
              <a:off x="1857375" y="4786313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5" name="Freeform 331"/>
            <p:cNvSpPr>
              <a:spLocks/>
            </p:cNvSpPr>
            <p:nvPr userDrawn="1"/>
          </p:nvSpPr>
          <p:spPr bwMode="auto">
            <a:xfrm>
              <a:off x="2105025" y="4786313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6" name="Freeform 332"/>
            <p:cNvSpPr>
              <a:spLocks/>
            </p:cNvSpPr>
            <p:nvPr userDrawn="1"/>
          </p:nvSpPr>
          <p:spPr bwMode="auto">
            <a:xfrm>
              <a:off x="2344738" y="4789488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77" name="Freeform 333"/>
            <p:cNvSpPr>
              <a:spLocks noEditPoints="1"/>
            </p:cNvSpPr>
            <p:nvPr userDrawn="1"/>
          </p:nvSpPr>
          <p:spPr bwMode="auto">
            <a:xfrm>
              <a:off x="1593850" y="4789488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87810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8543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52" name="Diapositive think-cell" r:id="rId4" imgW="216" imgH="216" progId="TCLayout.ActiveDocument.1">
                  <p:embed/>
                </p:oleObj>
              </mc:Choice>
              <mc:Fallback>
                <p:oleObj name="Diapositive think-cell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6"/>
          <p:cNvGrpSpPr/>
          <p:nvPr userDrawn="1"/>
        </p:nvGrpSpPr>
        <p:grpSpPr>
          <a:xfrm>
            <a:off x="-93967" y="-93474"/>
            <a:ext cx="10881334" cy="7748211"/>
            <a:chOff x="-92919" y="-93896"/>
            <a:chExt cx="10881334" cy="7748211"/>
          </a:xfrm>
        </p:grpSpPr>
        <p:grpSp>
          <p:nvGrpSpPr>
            <p:cNvPr id="48" name="Group 57"/>
            <p:cNvGrpSpPr/>
            <p:nvPr/>
          </p:nvGrpSpPr>
          <p:grpSpPr>
            <a:xfrm>
              <a:off x="899348" y="-93896"/>
              <a:ext cx="9252749" cy="72000"/>
              <a:chOff x="899348" y="-49636"/>
              <a:chExt cx="9252749" cy="36000"/>
            </a:xfrm>
          </p:grpSpPr>
          <p:cxnSp>
            <p:nvCxnSpPr>
              <p:cNvPr id="62" name="Straight Connector 77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78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79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80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59"/>
            <p:cNvGrpSpPr/>
            <p:nvPr/>
          </p:nvGrpSpPr>
          <p:grpSpPr>
            <a:xfrm>
              <a:off x="899348" y="7582315"/>
              <a:ext cx="9252749" cy="72000"/>
              <a:chOff x="899348" y="-49636"/>
              <a:chExt cx="9252749" cy="36000"/>
            </a:xfrm>
          </p:grpSpPr>
          <p:cxnSp>
            <p:nvCxnSpPr>
              <p:cNvPr id="58" name="Straight Connector 71"/>
              <p:cNvCxnSpPr/>
              <p:nvPr/>
            </p:nvCxnSpPr>
            <p:spPr>
              <a:xfrm flipH="1" flipV="1">
                <a:off x="5832063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72"/>
              <p:cNvCxnSpPr/>
              <p:nvPr/>
            </p:nvCxnSpPr>
            <p:spPr>
              <a:xfrm flipH="1" flipV="1">
                <a:off x="5219740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73"/>
              <p:cNvCxnSpPr/>
              <p:nvPr/>
            </p:nvCxnSpPr>
            <p:spPr>
              <a:xfrm flipH="1" flipV="1">
                <a:off x="899348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74"/>
              <p:cNvCxnSpPr/>
              <p:nvPr/>
            </p:nvCxnSpPr>
            <p:spPr>
              <a:xfrm flipH="1" flipV="1">
                <a:off x="10152097" y="-49636"/>
                <a:ext cx="0" cy="36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e 24"/>
            <p:cNvGrpSpPr/>
            <p:nvPr/>
          </p:nvGrpSpPr>
          <p:grpSpPr>
            <a:xfrm>
              <a:off x="-92919" y="1967667"/>
              <a:ext cx="72000" cy="4680272"/>
              <a:chOff x="-240776" y="1967667"/>
              <a:chExt cx="108000" cy="4680272"/>
            </a:xfrm>
          </p:grpSpPr>
          <p:cxnSp>
            <p:nvCxnSpPr>
              <p:cNvPr id="55" name="Straight Connector 61"/>
              <p:cNvCxnSpPr/>
              <p:nvPr/>
            </p:nvCxnSpPr>
            <p:spPr>
              <a:xfrm rot="16200000" flipH="1" flipV="1">
                <a:off x="-186776" y="1913667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62"/>
              <p:cNvCxnSpPr/>
              <p:nvPr/>
            </p:nvCxnSpPr>
            <p:spPr>
              <a:xfrm rot="16200000" flipH="1" flipV="1">
                <a:off x="-186776" y="6593939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61"/>
              <p:cNvCxnSpPr/>
              <p:nvPr/>
            </p:nvCxnSpPr>
            <p:spPr>
              <a:xfrm rot="16200000" flipH="1" flipV="1">
                <a:off x="-186776" y="3929667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e 25"/>
            <p:cNvGrpSpPr/>
            <p:nvPr/>
          </p:nvGrpSpPr>
          <p:grpSpPr>
            <a:xfrm>
              <a:off x="10716415" y="1967667"/>
              <a:ext cx="72000" cy="4680272"/>
              <a:chOff x="10836865" y="1967667"/>
              <a:chExt cx="108001" cy="4680272"/>
            </a:xfrm>
          </p:grpSpPr>
          <p:cxnSp>
            <p:nvCxnSpPr>
              <p:cNvPr id="52" name="Straight Connector 75"/>
              <p:cNvCxnSpPr/>
              <p:nvPr/>
            </p:nvCxnSpPr>
            <p:spPr>
              <a:xfrm rot="16200000" flipH="1" flipV="1">
                <a:off x="10890866" y="1913667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76"/>
              <p:cNvCxnSpPr/>
              <p:nvPr/>
            </p:nvCxnSpPr>
            <p:spPr>
              <a:xfrm rot="16200000" flipH="1" flipV="1">
                <a:off x="10890866" y="6593939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61"/>
              <p:cNvCxnSpPr/>
              <p:nvPr/>
            </p:nvCxnSpPr>
            <p:spPr>
              <a:xfrm rot="16200000" flipH="1" flipV="1">
                <a:off x="10890865" y="3929668"/>
                <a:ext cx="0" cy="108000"/>
              </a:xfrm>
              <a:prstGeom prst="line">
                <a:avLst/>
              </a:prstGeom>
              <a:ln w="1270" cap="sq">
                <a:solidFill>
                  <a:schemeClr val="accent6"/>
                </a:solidFill>
                <a:beve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-143300" y="-131432"/>
            <a:ext cx="10980000" cy="7811460"/>
            <a:chOff x="-143300" y="-131432"/>
            <a:chExt cx="10980000" cy="781146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898525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5219032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831897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0152377" y="-118766"/>
              <a:ext cx="0" cy="7798794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-143300" y="579120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-143300" y="7178342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-143300" y="7427595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143300" y="1966913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143300" y="6647807"/>
              <a:ext cx="10980000" cy="0"/>
            </a:xfrm>
            <a:prstGeom prst="line">
              <a:avLst/>
            </a:prstGeom>
            <a:ln w="0">
              <a:solidFill>
                <a:srgbClr val="F79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5525032" y="-131432"/>
              <a:ext cx="0" cy="7798794"/>
            </a:xfrm>
            <a:prstGeom prst="line">
              <a:avLst/>
            </a:prstGeom>
            <a:ln w="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900000" y="7113600"/>
            <a:ext cx="4321288" cy="256480"/>
          </a:xfrm>
        </p:spPr>
        <p:txBody>
          <a:bodyPr anchor="b"/>
          <a:lstStyle>
            <a:lvl1pPr marL="475200" indent="-475200">
              <a:lnSpc>
                <a:spcPts val="900"/>
              </a:lnSpc>
              <a:spcBef>
                <a:spcPts val="0"/>
              </a:spcBef>
              <a:buNone/>
              <a:tabLst>
                <a:tab pos="288000" algn="l"/>
              </a:tabLst>
              <a:defRPr sz="900" b="0">
                <a:solidFill>
                  <a:schemeClr val="accent2"/>
                </a:solidFill>
              </a:defRPr>
            </a:lvl1pPr>
            <a:lvl2pPr marL="475200" indent="-475200">
              <a:lnSpc>
                <a:spcPts val="900"/>
              </a:lnSpc>
              <a:spcBef>
                <a:spcPts val="200"/>
              </a:spcBef>
              <a:buNone/>
              <a:defRPr sz="900" b="0" i="0">
                <a:solidFill>
                  <a:schemeClr val="accent2"/>
                </a:solidFill>
              </a:defRPr>
            </a:lvl2pPr>
            <a:lvl3pPr marL="367200" indent="0">
              <a:buNone/>
              <a:defRPr sz="900">
                <a:solidFill>
                  <a:schemeClr val="accent5"/>
                </a:solidFill>
              </a:defRPr>
            </a:lvl3pPr>
            <a:lvl4pPr marL="548550" indent="0">
              <a:buNone/>
              <a:defRPr sz="900">
                <a:solidFill>
                  <a:schemeClr val="accent5"/>
                </a:solidFill>
              </a:defRPr>
            </a:lvl4pPr>
            <a:lvl5pPr marL="727075" indent="0">
              <a:buNone/>
              <a:defRPr sz="900">
                <a:solidFill>
                  <a:schemeClr val="accent5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65372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8847395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37" name="Diapositive think-cell" r:id="rId14" imgW="216" imgH="216" progId="TCLayout.ActiveDocument.1">
                  <p:embed/>
                </p:oleObj>
              </mc:Choice>
              <mc:Fallback>
                <p:oleObj name="Diapositive think-cell" r:id="rId1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 hidden="1"/>
          <p:cNvSpPr/>
          <p:nvPr>
            <p:custDataLst>
              <p:tags r:id="rId1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003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defTabSz="104305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sz="1200" b="0" i="0" baseline="0">
              <a:latin typeface="Calibri"/>
              <a:ea typeface="+mn-ea"/>
              <a:cs typeface="+mn-cs"/>
              <a:sym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9" name="Rectangle 8"/>
          <p:cNvSpPr/>
          <p:nvPr/>
        </p:nvSpPr>
        <p:spPr>
          <a:xfrm>
            <a:off x="0" y="579120"/>
            <a:ext cx="540000" cy="6982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8524" y="554399"/>
            <a:ext cx="9250043" cy="24365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524" y="1800000"/>
            <a:ext cx="9250043" cy="1141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832476" y="306683"/>
            <a:ext cx="4316091" cy="10406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lnSpc>
                <a:spcPts val="800"/>
              </a:lnSpc>
              <a:defRPr sz="800" cap="all" baseline="0">
                <a:solidFill>
                  <a:schemeClr val="accent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10260378" y="7177874"/>
            <a:ext cx="433022" cy="251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fld id="{E72B118C-3814-48BB-8A3F-55DE67AF37CA}" type="slidenum">
              <a:rPr lang="en-GB" sz="1100" noProof="0" smtClean="0">
                <a:solidFill>
                  <a:schemeClr val="accent1"/>
                </a:solidFill>
                <a:latin typeface="Calibri"/>
                <a:sym typeface="Calibri"/>
              </a:rPr>
              <a:t>‹N°›</a:t>
            </a:fld>
            <a:endParaRPr lang="en-GB" sz="1100" noProof="0" dirty="0">
              <a:solidFill>
                <a:schemeClr val="accent1"/>
              </a:solidFill>
              <a:latin typeface="Calibri"/>
              <a:sym typeface="Calibri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10152000" y="7177873"/>
            <a:ext cx="0" cy="252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526088" y="7195740"/>
            <a:ext cx="3489210" cy="216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1043056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of the Presentation</a:t>
            </a:r>
          </a:p>
        </p:txBody>
      </p:sp>
      <p:cxnSp>
        <p:nvCxnSpPr>
          <p:cNvPr id="15" name="Connecteur droit 48"/>
          <p:cNvCxnSpPr/>
          <p:nvPr/>
        </p:nvCxnSpPr>
        <p:spPr>
          <a:xfrm flipH="1">
            <a:off x="544669" y="1330980"/>
            <a:ext cx="180000" cy="0"/>
          </a:xfrm>
          <a:prstGeom prst="line">
            <a:avLst/>
          </a:prstGeom>
          <a:ln cap="sq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9237049" y="7175969"/>
            <a:ext cx="802163" cy="252000"/>
            <a:chOff x="3208274" y="2782563"/>
            <a:chExt cx="1682751" cy="528638"/>
          </a:xfrm>
        </p:grpSpPr>
        <p:sp>
          <p:nvSpPr>
            <p:cNvPr id="50" name="Freeform 327"/>
            <p:cNvSpPr>
              <a:spLocks noEditPoints="1"/>
            </p:cNvSpPr>
            <p:nvPr userDrawn="1"/>
          </p:nvSpPr>
          <p:spPr bwMode="auto">
            <a:xfrm>
              <a:off x="3208274" y="2923851"/>
              <a:ext cx="220663" cy="257175"/>
            </a:xfrm>
            <a:custGeom>
              <a:avLst/>
              <a:gdLst>
                <a:gd name="T0" fmla="*/ 339 w 571"/>
                <a:gd name="T1" fmla="*/ 332 h 668"/>
                <a:gd name="T2" fmla="*/ 277 w 571"/>
                <a:gd name="T3" fmla="*/ 343 h 668"/>
                <a:gd name="T4" fmla="*/ 216 w 571"/>
                <a:gd name="T5" fmla="*/ 359 h 668"/>
                <a:gd name="T6" fmla="*/ 162 w 571"/>
                <a:gd name="T7" fmla="*/ 385 h 668"/>
                <a:gd name="T8" fmla="*/ 124 w 571"/>
                <a:gd name="T9" fmla="*/ 425 h 668"/>
                <a:gd name="T10" fmla="*/ 110 w 571"/>
                <a:gd name="T11" fmla="*/ 487 h 668"/>
                <a:gd name="T12" fmla="*/ 147 w 571"/>
                <a:gd name="T13" fmla="*/ 583 h 668"/>
                <a:gd name="T14" fmla="*/ 228 w 571"/>
                <a:gd name="T15" fmla="*/ 616 h 668"/>
                <a:gd name="T16" fmla="*/ 321 w 571"/>
                <a:gd name="T17" fmla="*/ 587 h 668"/>
                <a:gd name="T18" fmla="*/ 387 w 571"/>
                <a:gd name="T19" fmla="*/ 521 h 668"/>
                <a:gd name="T20" fmla="*/ 392 w 571"/>
                <a:gd name="T21" fmla="*/ 318 h 668"/>
                <a:gd name="T22" fmla="*/ 339 w 571"/>
                <a:gd name="T23" fmla="*/ 332 h 668"/>
                <a:gd name="T24" fmla="*/ 170 w 571"/>
                <a:gd name="T25" fmla="*/ 16 h 668"/>
                <a:gd name="T26" fmla="*/ 276 w 571"/>
                <a:gd name="T27" fmla="*/ 0 h 668"/>
                <a:gd name="T28" fmla="*/ 365 w 571"/>
                <a:gd name="T29" fmla="*/ 14 h 668"/>
                <a:gd name="T30" fmla="*/ 434 w 571"/>
                <a:gd name="T31" fmla="*/ 54 h 668"/>
                <a:gd name="T32" fmla="*/ 479 w 571"/>
                <a:gd name="T33" fmla="*/ 118 h 668"/>
                <a:gd name="T34" fmla="*/ 495 w 571"/>
                <a:gd name="T35" fmla="*/ 199 h 668"/>
                <a:gd name="T36" fmla="*/ 493 w 571"/>
                <a:gd name="T37" fmla="*/ 353 h 668"/>
                <a:gd name="T38" fmla="*/ 490 w 571"/>
                <a:gd name="T39" fmla="*/ 514 h 668"/>
                <a:gd name="T40" fmla="*/ 491 w 571"/>
                <a:gd name="T41" fmla="*/ 548 h 668"/>
                <a:gd name="T42" fmla="*/ 497 w 571"/>
                <a:gd name="T43" fmla="*/ 581 h 668"/>
                <a:gd name="T44" fmla="*/ 513 w 571"/>
                <a:gd name="T45" fmla="*/ 604 h 668"/>
                <a:gd name="T46" fmla="*/ 543 w 571"/>
                <a:gd name="T47" fmla="*/ 614 h 668"/>
                <a:gd name="T48" fmla="*/ 557 w 571"/>
                <a:gd name="T49" fmla="*/ 613 h 668"/>
                <a:gd name="T50" fmla="*/ 571 w 571"/>
                <a:gd name="T51" fmla="*/ 608 h 668"/>
                <a:gd name="T52" fmla="*/ 571 w 571"/>
                <a:gd name="T53" fmla="*/ 638 h 668"/>
                <a:gd name="T54" fmla="*/ 534 w 571"/>
                <a:gd name="T55" fmla="*/ 649 h 668"/>
                <a:gd name="T56" fmla="*/ 485 w 571"/>
                <a:gd name="T57" fmla="*/ 653 h 668"/>
                <a:gd name="T58" fmla="*/ 418 w 571"/>
                <a:gd name="T59" fmla="*/ 631 h 668"/>
                <a:gd name="T60" fmla="*/ 390 w 571"/>
                <a:gd name="T61" fmla="*/ 574 h 668"/>
                <a:gd name="T62" fmla="*/ 295 w 571"/>
                <a:gd name="T63" fmla="*/ 645 h 668"/>
                <a:gd name="T64" fmla="*/ 179 w 571"/>
                <a:gd name="T65" fmla="*/ 668 h 668"/>
                <a:gd name="T66" fmla="*/ 113 w 571"/>
                <a:gd name="T67" fmla="*/ 659 h 668"/>
                <a:gd name="T68" fmla="*/ 56 w 571"/>
                <a:gd name="T69" fmla="*/ 628 h 668"/>
                <a:gd name="T70" fmla="*/ 15 w 571"/>
                <a:gd name="T71" fmla="*/ 576 h 668"/>
                <a:gd name="T72" fmla="*/ 0 w 571"/>
                <a:gd name="T73" fmla="*/ 506 h 668"/>
                <a:gd name="T74" fmla="*/ 50 w 571"/>
                <a:gd name="T75" fmla="*/ 380 h 668"/>
                <a:gd name="T76" fmla="*/ 190 w 571"/>
                <a:gd name="T77" fmla="*/ 321 h 668"/>
                <a:gd name="T78" fmla="*/ 304 w 571"/>
                <a:gd name="T79" fmla="*/ 300 h 668"/>
                <a:gd name="T80" fmla="*/ 364 w 571"/>
                <a:gd name="T81" fmla="*/ 281 h 668"/>
                <a:gd name="T82" fmla="*/ 388 w 571"/>
                <a:gd name="T83" fmla="*/ 259 h 668"/>
                <a:gd name="T84" fmla="*/ 392 w 571"/>
                <a:gd name="T85" fmla="*/ 226 h 668"/>
                <a:gd name="T86" fmla="*/ 384 w 571"/>
                <a:gd name="T87" fmla="*/ 161 h 668"/>
                <a:gd name="T88" fmla="*/ 358 w 571"/>
                <a:gd name="T89" fmla="*/ 107 h 668"/>
                <a:gd name="T90" fmla="*/ 312 w 571"/>
                <a:gd name="T91" fmla="*/ 70 h 668"/>
                <a:gd name="T92" fmla="*/ 243 w 571"/>
                <a:gd name="T93" fmla="*/ 56 h 668"/>
                <a:gd name="T94" fmla="*/ 143 w 571"/>
                <a:gd name="T95" fmla="*/ 80 h 668"/>
                <a:gd name="T96" fmla="*/ 73 w 571"/>
                <a:gd name="T97" fmla="*/ 147 h 668"/>
                <a:gd name="T98" fmla="*/ 58 w 571"/>
                <a:gd name="T99" fmla="*/ 147 h 668"/>
                <a:gd name="T100" fmla="*/ 58 w 571"/>
                <a:gd name="T101" fmla="*/ 77 h 668"/>
                <a:gd name="T102" fmla="*/ 170 w 571"/>
                <a:gd name="T103" fmla="*/ 1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1" h="668">
                  <a:moveTo>
                    <a:pt x="339" y="332"/>
                  </a:moveTo>
                  <a:cubicBezTo>
                    <a:pt x="319" y="336"/>
                    <a:pt x="298" y="339"/>
                    <a:pt x="277" y="343"/>
                  </a:cubicBezTo>
                  <a:cubicBezTo>
                    <a:pt x="257" y="347"/>
                    <a:pt x="236" y="353"/>
                    <a:pt x="216" y="359"/>
                  </a:cubicBezTo>
                  <a:cubicBezTo>
                    <a:pt x="196" y="365"/>
                    <a:pt x="178" y="374"/>
                    <a:pt x="162" y="385"/>
                  </a:cubicBezTo>
                  <a:cubicBezTo>
                    <a:pt x="146" y="395"/>
                    <a:pt x="134" y="409"/>
                    <a:pt x="124" y="425"/>
                  </a:cubicBezTo>
                  <a:cubicBezTo>
                    <a:pt x="115" y="441"/>
                    <a:pt x="110" y="462"/>
                    <a:pt x="110" y="487"/>
                  </a:cubicBezTo>
                  <a:cubicBezTo>
                    <a:pt x="110" y="530"/>
                    <a:pt x="122" y="562"/>
                    <a:pt x="147" y="583"/>
                  </a:cubicBezTo>
                  <a:cubicBezTo>
                    <a:pt x="171" y="605"/>
                    <a:pt x="198" y="616"/>
                    <a:pt x="228" y="616"/>
                  </a:cubicBezTo>
                  <a:cubicBezTo>
                    <a:pt x="262" y="616"/>
                    <a:pt x="293" y="606"/>
                    <a:pt x="321" y="587"/>
                  </a:cubicBezTo>
                  <a:cubicBezTo>
                    <a:pt x="349" y="568"/>
                    <a:pt x="371" y="546"/>
                    <a:pt x="387" y="521"/>
                  </a:cubicBezTo>
                  <a:cubicBezTo>
                    <a:pt x="392" y="318"/>
                    <a:pt x="392" y="318"/>
                    <a:pt x="392" y="318"/>
                  </a:cubicBezTo>
                  <a:cubicBezTo>
                    <a:pt x="377" y="324"/>
                    <a:pt x="359" y="328"/>
                    <a:pt x="339" y="332"/>
                  </a:cubicBezTo>
                  <a:close/>
                  <a:moveTo>
                    <a:pt x="170" y="16"/>
                  </a:moveTo>
                  <a:cubicBezTo>
                    <a:pt x="205" y="5"/>
                    <a:pt x="240" y="0"/>
                    <a:pt x="276" y="0"/>
                  </a:cubicBezTo>
                  <a:cubicBezTo>
                    <a:pt x="308" y="0"/>
                    <a:pt x="338" y="4"/>
                    <a:pt x="365" y="14"/>
                  </a:cubicBezTo>
                  <a:cubicBezTo>
                    <a:pt x="392" y="23"/>
                    <a:pt x="415" y="37"/>
                    <a:pt x="434" y="54"/>
                  </a:cubicBezTo>
                  <a:cubicBezTo>
                    <a:pt x="453" y="72"/>
                    <a:pt x="468" y="93"/>
                    <a:pt x="479" y="118"/>
                  </a:cubicBezTo>
                  <a:cubicBezTo>
                    <a:pt x="490" y="143"/>
                    <a:pt x="495" y="170"/>
                    <a:pt x="495" y="199"/>
                  </a:cubicBezTo>
                  <a:cubicBezTo>
                    <a:pt x="495" y="251"/>
                    <a:pt x="495" y="302"/>
                    <a:pt x="493" y="353"/>
                  </a:cubicBezTo>
                  <a:cubicBezTo>
                    <a:pt x="491" y="403"/>
                    <a:pt x="490" y="457"/>
                    <a:pt x="490" y="514"/>
                  </a:cubicBezTo>
                  <a:cubicBezTo>
                    <a:pt x="490" y="525"/>
                    <a:pt x="491" y="536"/>
                    <a:pt x="491" y="548"/>
                  </a:cubicBezTo>
                  <a:cubicBezTo>
                    <a:pt x="492" y="561"/>
                    <a:pt x="493" y="571"/>
                    <a:pt x="497" y="581"/>
                  </a:cubicBezTo>
                  <a:cubicBezTo>
                    <a:pt x="501" y="590"/>
                    <a:pt x="506" y="598"/>
                    <a:pt x="513" y="604"/>
                  </a:cubicBezTo>
                  <a:cubicBezTo>
                    <a:pt x="519" y="611"/>
                    <a:pt x="530" y="614"/>
                    <a:pt x="543" y="614"/>
                  </a:cubicBezTo>
                  <a:cubicBezTo>
                    <a:pt x="548" y="614"/>
                    <a:pt x="552" y="614"/>
                    <a:pt x="557" y="613"/>
                  </a:cubicBezTo>
                  <a:cubicBezTo>
                    <a:pt x="562" y="613"/>
                    <a:pt x="567" y="611"/>
                    <a:pt x="571" y="608"/>
                  </a:cubicBezTo>
                  <a:cubicBezTo>
                    <a:pt x="571" y="638"/>
                    <a:pt x="571" y="638"/>
                    <a:pt x="571" y="638"/>
                  </a:cubicBezTo>
                  <a:cubicBezTo>
                    <a:pt x="562" y="643"/>
                    <a:pt x="549" y="646"/>
                    <a:pt x="534" y="649"/>
                  </a:cubicBezTo>
                  <a:cubicBezTo>
                    <a:pt x="519" y="652"/>
                    <a:pt x="503" y="653"/>
                    <a:pt x="485" y="653"/>
                  </a:cubicBezTo>
                  <a:cubicBezTo>
                    <a:pt x="456" y="653"/>
                    <a:pt x="433" y="646"/>
                    <a:pt x="418" y="631"/>
                  </a:cubicBezTo>
                  <a:cubicBezTo>
                    <a:pt x="402" y="616"/>
                    <a:pt x="393" y="597"/>
                    <a:pt x="390" y="574"/>
                  </a:cubicBezTo>
                  <a:cubicBezTo>
                    <a:pt x="358" y="606"/>
                    <a:pt x="326" y="630"/>
                    <a:pt x="295" y="645"/>
                  </a:cubicBezTo>
                  <a:cubicBezTo>
                    <a:pt x="263" y="660"/>
                    <a:pt x="225" y="668"/>
                    <a:pt x="179" y="668"/>
                  </a:cubicBezTo>
                  <a:cubicBezTo>
                    <a:pt x="157" y="668"/>
                    <a:pt x="135" y="665"/>
                    <a:pt x="113" y="659"/>
                  </a:cubicBezTo>
                  <a:cubicBezTo>
                    <a:pt x="92" y="652"/>
                    <a:pt x="72" y="642"/>
                    <a:pt x="56" y="628"/>
                  </a:cubicBezTo>
                  <a:cubicBezTo>
                    <a:pt x="39" y="613"/>
                    <a:pt x="26" y="596"/>
                    <a:pt x="15" y="576"/>
                  </a:cubicBezTo>
                  <a:cubicBezTo>
                    <a:pt x="5" y="555"/>
                    <a:pt x="0" y="532"/>
                    <a:pt x="0" y="506"/>
                  </a:cubicBezTo>
                  <a:cubicBezTo>
                    <a:pt x="0" y="452"/>
                    <a:pt x="17" y="410"/>
                    <a:pt x="50" y="380"/>
                  </a:cubicBezTo>
                  <a:cubicBezTo>
                    <a:pt x="84" y="350"/>
                    <a:pt x="131" y="331"/>
                    <a:pt x="190" y="321"/>
                  </a:cubicBezTo>
                  <a:cubicBezTo>
                    <a:pt x="238" y="313"/>
                    <a:pt x="276" y="305"/>
                    <a:pt x="304" y="300"/>
                  </a:cubicBezTo>
                  <a:cubicBezTo>
                    <a:pt x="331" y="294"/>
                    <a:pt x="351" y="288"/>
                    <a:pt x="364" y="281"/>
                  </a:cubicBezTo>
                  <a:cubicBezTo>
                    <a:pt x="377" y="275"/>
                    <a:pt x="385" y="268"/>
                    <a:pt x="388" y="259"/>
                  </a:cubicBezTo>
                  <a:cubicBezTo>
                    <a:pt x="391" y="251"/>
                    <a:pt x="392" y="239"/>
                    <a:pt x="392" y="226"/>
                  </a:cubicBezTo>
                  <a:cubicBezTo>
                    <a:pt x="392" y="203"/>
                    <a:pt x="389" y="182"/>
                    <a:pt x="384" y="161"/>
                  </a:cubicBezTo>
                  <a:cubicBezTo>
                    <a:pt x="378" y="140"/>
                    <a:pt x="370" y="122"/>
                    <a:pt x="358" y="107"/>
                  </a:cubicBezTo>
                  <a:cubicBezTo>
                    <a:pt x="346" y="92"/>
                    <a:pt x="331" y="79"/>
                    <a:pt x="312" y="70"/>
                  </a:cubicBezTo>
                  <a:cubicBezTo>
                    <a:pt x="293" y="60"/>
                    <a:pt x="270" y="56"/>
                    <a:pt x="243" y="56"/>
                  </a:cubicBezTo>
                  <a:cubicBezTo>
                    <a:pt x="207" y="56"/>
                    <a:pt x="174" y="64"/>
                    <a:pt x="143" y="80"/>
                  </a:cubicBezTo>
                  <a:cubicBezTo>
                    <a:pt x="112" y="96"/>
                    <a:pt x="89" y="119"/>
                    <a:pt x="73" y="147"/>
                  </a:cubicBezTo>
                  <a:cubicBezTo>
                    <a:pt x="58" y="147"/>
                    <a:pt x="58" y="147"/>
                    <a:pt x="58" y="147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99" y="47"/>
                    <a:pt x="136" y="26"/>
                    <a:pt x="170" y="16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1" name="Freeform 328"/>
            <p:cNvSpPr>
              <a:spLocks noEditPoints="1"/>
            </p:cNvSpPr>
            <p:nvPr userDrawn="1"/>
          </p:nvSpPr>
          <p:spPr bwMode="auto">
            <a:xfrm>
              <a:off x="3436874" y="2782563"/>
              <a:ext cx="238125" cy="398463"/>
            </a:xfrm>
            <a:custGeom>
              <a:avLst/>
              <a:gdLst>
                <a:gd name="T0" fmla="*/ 136 w 618"/>
                <a:gd name="T1" fmla="*/ 847 h 1033"/>
                <a:gd name="T2" fmla="*/ 179 w 618"/>
                <a:gd name="T3" fmla="*/ 931 h 1033"/>
                <a:gd name="T4" fmla="*/ 239 w 618"/>
                <a:gd name="T5" fmla="*/ 975 h 1033"/>
                <a:gd name="T6" fmla="*/ 305 w 618"/>
                <a:gd name="T7" fmla="*/ 987 h 1033"/>
                <a:gd name="T8" fmla="*/ 396 w 618"/>
                <a:gd name="T9" fmla="*/ 961 h 1033"/>
                <a:gd name="T10" fmla="*/ 458 w 618"/>
                <a:gd name="T11" fmla="*/ 892 h 1033"/>
                <a:gd name="T12" fmla="*/ 495 w 618"/>
                <a:gd name="T13" fmla="*/ 795 h 1033"/>
                <a:gd name="T14" fmla="*/ 506 w 618"/>
                <a:gd name="T15" fmla="*/ 687 h 1033"/>
                <a:gd name="T16" fmla="*/ 456 w 618"/>
                <a:gd name="T17" fmla="*/ 489 h 1033"/>
                <a:gd name="T18" fmla="*/ 309 w 618"/>
                <a:gd name="T19" fmla="*/ 421 h 1033"/>
                <a:gd name="T20" fmla="*/ 225 w 618"/>
                <a:gd name="T21" fmla="*/ 443 h 1033"/>
                <a:gd name="T22" fmla="*/ 165 w 618"/>
                <a:gd name="T23" fmla="*/ 505 h 1033"/>
                <a:gd name="T24" fmla="*/ 130 w 618"/>
                <a:gd name="T25" fmla="*/ 598 h 1033"/>
                <a:gd name="T26" fmla="*/ 119 w 618"/>
                <a:gd name="T27" fmla="*/ 713 h 1033"/>
                <a:gd name="T28" fmla="*/ 136 w 618"/>
                <a:gd name="T29" fmla="*/ 847 h 1033"/>
                <a:gd name="T30" fmla="*/ 503 w 618"/>
                <a:gd name="T31" fmla="*/ 891 h 1033"/>
                <a:gd name="T32" fmla="*/ 474 w 618"/>
                <a:gd name="T33" fmla="*/ 938 h 1033"/>
                <a:gd name="T34" fmla="*/ 428 w 618"/>
                <a:gd name="T35" fmla="*/ 985 h 1033"/>
                <a:gd name="T36" fmla="*/ 362 w 618"/>
                <a:gd name="T37" fmla="*/ 1020 h 1033"/>
                <a:gd name="T38" fmla="*/ 274 w 618"/>
                <a:gd name="T39" fmla="*/ 1033 h 1033"/>
                <a:gd name="T40" fmla="*/ 174 w 618"/>
                <a:gd name="T41" fmla="*/ 1016 h 1033"/>
                <a:gd name="T42" fmla="*/ 86 w 618"/>
                <a:gd name="T43" fmla="*/ 958 h 1033"/>
                <a:gd name="T44" fmla="*/ 23 w 618"/>
                <a:gd name="T45" fmla="*/ 856 h 1033"/>
                <a:gd name="T46" fmla="*/ 0 w 618"/>
                <a:gd name="T47" fmla="*/ 705 h 1033"/>
                <a:gd name="T48" fmla="*/ 26 w 618"/>
                <a:gd name="T49" fmla="*/ 555 h 1033"/>
                <a:gd name="T50" fmla="*/ 92 w 618"/>
                <a:gd name="T51" fmla="*/ 449 h 1033"/>
                <a:gd name="T52" fmla="*/ 185 w 618"/>
                <a:gd name="T53" fmla="*/ 386 h 1033"/>
                <a:gd name="T54" fmla="*/ 290 w 618"/>
                <a:gd name="T55" fmla="*/ 365 h 1033"/>
                <a:gd name="T56" fmla="*/ 498 w 618"/>
                <a:gd name="T57" fmla="*/ 499 h 1033"/>
                <a:gd name="T58" fmla="*/ 502 w 618"/>
                <a:gd name="T59" fmla="*/ 499 h 1033"/>
                <a:gd name="T60" fmla="*/ 500 w 618"/>
                <a:gd name="T61" fmla="*/ 366 h 1033"/>
                <a:gd name="T62" fmla="*/ 500 w 618"/>
                <a:gd name="T63" fmla="*/ 263 h 1033"/>
                <a:gd name="T64" fmla="*/ 499 w 618"/>
                <a:gd name="T65" fmla="*/ 163 h 1033"/>
                <a:gd name="T66" fmla="*/ 497 w 618"/>
                <a:gd name="T67" fmla="*/ 74 h 1033"/>
                <a:gd name="T68" fmla="*/ 495 w 618"/>
                <a:gd name="T69" fmla="*/ 0 h 1033"/>
                <a:gd name="T70" fmla="*/ 527 w 618"/>
                <a:gd name="T71" fmla="*/ 5 h 1033"/>
                <a:gd name="T72" fmla="*/ 556 w 618"/>
                <a:gd name="T73" fmla="*/ 7 h 1033"/>
                <a:gd name="T74" fmla="*/ 586 w 618"/>
                <a:gd name="T75" fmla="*/ 5 h 1033"/>
                <a:gd name="T76" fmla="*/ 618 w 618"/>
                <a:gd name="T77" fmla="*/ 0 h 1033"/>
                <a:gd name="T78" fmla="*/ 611 w 618"/>
                <a:gd name="T79" fmla="*/ 125 h 1033"/>
                <a:gd name="T80" fmla="*/ 607 w 618"/>
                <a:gd name="T81" fmla="*/ 305 h 1033"/>
                <a:gd name="T82" fmla="*/ 604 w 618"/>
                <a:gd name="T83" fmla="*/ 508 h 1033"/>
                <a:gd name="T84" fmla="*/ 602 w 618"/>
                <a:gd name="T85" fmla="*/ 699 h 1033"/>
                <a:gd name="T86" fmla="*/ 603 w 618"/>
                <a:gd name="T87" fmla="*/ 867 h 1033"/>
                <a:gd name="T88" fmla="*/ 606 w 618"/>
                <a:gd name="T89" fmla="*/ 1020 h 1033"/>
                <a:gd name="T90" fmla="*/ 553 w 618"/>
                <a:gd name="T91" fmla="*/ 1017 h 1033"/>
                <a:gd name="T92" fmla="*/ 502 w 618"/>
                <a:gd name="T93" fmla="*/ 1020 h 1033"/>
                <a:gd name="T94" fmla="*/ 506 w 618"/>
                <a:gd name="T95" fmla="*/ 891 h 1033"/>
                <a:gd name="T96" fmla="*/ 503 w 618"/>
                <a:gd name="T97" fmla="*/ 891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18" h="1033">
                  <a:moveTo>
                    <a:pt x="136" y="847"/>
                  </a:moveTo>
                  <a:cubicBezTo>
                    <a:pt x="147" y="882"/>
                    <a:pt x="161" y="910"/>
                    <a:pt x="179" y="931"/>
                  </a:cubicBezTo>
                  <a:cubicBezTo>
                    <a:pt x="196" y="952"/>
                    <a:pt x="216" y="967"/>
                    <a:pt x="239" y="975"/>
                  </a:cubicBezTo>
                  <a:cubicBezTo>
                    <a:pt x="261" y="983"/>
                    <a:pt x="283" y="987"/>
                    <a:pt x="305" y="987"/>
                  </a:cubicBezTo>
                  <a:cubicBezTo>
                    <a:pt x="340" y="987"/>
                    <a:pt x="370" y="979"/>
                    <a:pt x="396" y="961"/>
                  </a:cubicBezTo>
                  <a:cubicBezTo>
                    <a:pt x="421" y="943"/>
                    <a:pt x="442" y="920"/>
                    <a:pt x="458" y="892"/>
                  </a:cubicBezTo>
                  <a:cubicBezTo>
                    <a:pt x="475" y="864"/>
                    <a:pt x="487" y="831"/>
                    <a:pt x="495" y="795"/>
                  </a:cubicBezTo>
                  <a:cubicBezTo>
                    <a:pt x="502" y="759"/>
                    <a:pt x="506" y="723"/>
                    <a:pt x="506" y="687"/>
                  </a:cubicBezTo>
                  <a:cubicBezTo>
                    <a:pt x="506" y="601"/>
                    <a:pt x="490" y="534"/>
                    <a:pt x="456" y="489"/>
                  </a:cubicBezTo>
                  <a:cubicBezTo>
                    <a:pt x="423" y="443"/>
                    <a:pt x="374" y="421"/>
                    <a:pt x="309" y="421"/>
                  </a:cubicBezTo>
                  <a:cubicBezTo>
                    <a:pt x="277" y="421"/>
                    <a:pt x="249" y="428"/>
                    <a:pt x="225" y="443"/>
                  </a:cubicBezTo>
                  <a:cubicBezTo>
                    <a:pt x="201" y="458"/>
                    <a:pt x="181" y="479"/>
                    <a:pt x="165" y="505"/>
                  </a:cubicBezTo>
                  <a:cubicBezTo>
                    <a:pt x="149" y="532"/>
                    <a:pt x="138" y="563"/>
                    <a:pt x="130" y="598"/>
                  </a:cubicBezTo>
                  <a:cubicBezTo>
                    <a:pt x="122" y="634"/>
                    <a:pt x="119" y="672"/>
                    <a:pt x="119" y="713"/>
                  </a:cubicBezTo>
                  <a:cubicBezTo>
                    <a:pt x="119" y="767"/>
                    <a:pt x="124" y="812"/>
                    <a:pt x="136" y="847"/>
                  </a:cubicBezTo>
                  <a:close/>
                  <a:moveTo>
                    <a:pt x="503" y="891"/>
                  </a:moveTo>
                  <a:cubicBezTo>
                    <a:pt x="496" y="906"/>
                    <a:pt x="486" y="921"/>
                    <a:pt x="474" y="938"/>
                  </a:cubicBezTo>
                  <a:cubicBezTo>
                    <a:pt x="462" y="954"/>
                    <a:pt x="446" y="970"/>
                    <a:pt x="428" y="985"/>
                  </a:cubicBezTo>
                  <a:cubicBezTo>
                    <a:pt x="409" y="999"/>
                    <a:pt x="387" y="1011"/>
                    <a:pt x="362" y="1020"/>
                  </a:cubicBezTo>
                  <a:cubicBezTo>
                    <a:pt x="337" y="1029"/>
                    <a:pt x="308" y="1033"/>
                    <a:pt x="274" y="1033"/>
                  </a:cubicBezTo>
                  <a:cubicBezTo>
                    <a:pt x="240" y="1033"/>
                    <a:pt x="207" y="1027"/>
                    <a:pt x="174" y="1016"/>
                  </a:cubicBezTo>
                  <a:cubicBezTo>
                    <a:pt x="141" y="1004"/>
                    <a:pt x="111" y="985"/>
                    <a:pt x="86" y="958"/>
                  </a:cubicBezTo>
                  <a:cubicBezTo>
                    <a:pt x="60" y="932"/>
                    <a:pt x="39" y="897"/>
                    <a:pt x="23" y="856"/>
                  </a:cubicBezTo>
                  <a:cubicBezTo>
                    <a:pt x="8" y="814"/>
                    <a:pt x="0" y="763"/>
                    <a:pt x="0" y="705"/>
                  </a:cubicBezTo>
                  <a:cubicBezTo>
                    <a:pt x="0" y="647"/>
                    <a:pt x="8" y="597"/>
                    <a:pt x="26" y="555"/>
                  </a:cubicBezTo>
                  <a:cubicBezTo>
                    <a:pt x="43" y="513"/>
                    <a:pt x="65" y="477"/>
                    <a:pt x="92" y="449"/>
                  </a:cubicBezTo>
                  <a:cubicBezTo>
                    <a:pt x="120" y="421"/>
                    <a:pt x="151" y="400"/>
                    <a:pt x="185" y="386"/>
                  </a:cubicBezTo>
                  <a:cubicBezTo>
                    <a:pt x="220" y="372"/>
                    <a:pt x="255" y="365"/>
                    <a:pt x="290" y="365"/>
                  </a:cubicBezTo>
                  <a:cubicBezTo>
                    <a:pt x="390" y="365"/>
                    <a:pt x="459" y="409"/>
                    <a:pt x="498" y="499"/>
                  </a:cubicBezTo>
                  <a:cubicBezTo>
                    <a:pt x="502" y="499"/>
                    <a:pt x="502" y="499"/>
                    <a:pt x="502" y="499"/>
                  </a:cubicBezTo>
                  <a:cubicBezTo>
                    <a:pt x="500" y="366"/>
                    <a:pt x="500" y="366"/>
                    <a:pt x="500" y="366"/>
                  </a:cubicBezTo>
                  <a:cubicBezTo>
                    <a:pt x="500" y="332"/>
                    <a:pt x="500" y="298"/>
                    <a:pt x="500" y="263"/>
                  </a:cubicBezTo>
                  <a:cubicBezTo>
                    <a:pt x="499" y="228"/>
                    <a:pt x="499" y="195"/>
                    <a:pt x="499" y="163"/>
                  </a:cubicBezTo>
                  <a:cubicBezTo>
                    <a:pt x="498" y="132"/>
                    <a:pt x="498" y="102"/>
                    <a:pt x="497" y="74"/>
                  </a:cubicBezTo>
                  <a:cubicBezTo>
                    <a:pt x="497" y="46"/>
                    <a:pt x="496" y="21"/>
                    <a:pt x="495" y="0"/>
                  </a:cubicBezTo>
                  <a:cubicBezTo>
                    <a:pt x="506" y="2"/>
                    <a:pt x="517" y="3"/>
                    <a:pt x="527" y="5"/>
                  </a:cubicBezTo>
                  <a:cubicBezTo>
                    <a:pt x="537" y="6"/>
                    <a:pt x="547" y="7"/>
                    <a:pt x="556" y="7"/>
                  </a:cubicBezTo>
                  <a:cubicBezTo>
                    <a:pt x="566" y="7"/>
                    <a:pt x="576" y="6"/>
                    <a:pt x="586" y="5"/>
                  </a:cubicBezTo>
                  <a:cubicBezTo>
                    <a:pt x="595" y="3"/>
                    <a:pt x="606" y="2"/>
                    <a:pt x="618" y="0"/>
                  </a:cubicBezTo>
                  <a:cubicBezTo>
                    <a:pt x="615" y="29"/>
                    <a:pt x="613" y="70"/>
                    <a:pt x="611" y="125"/>
                  </a:cubicBezTo>
                  <a:cubicBezTo>
                    <a:pt x="610" y="179"/>
                    <a:pt x="608" y="240"/>
                    <a:pt x="607" y="305"/>
                  </a:cubicBezTo>
                  <a:cubicBezTo>
                    <a:pt x="605" y="371"/>
                    <a:pt x="604" y="439"/>
                    <a:pt x="604" y="508"/>
                  </a:cubicBezTo>
                  <a:cubicBezTo>
                    <a:pt x="603" y="578"/>
                    <a:pt x="602" y="641"/>
                    <a:pt x="602" y="699"/>
                  </a:cubicBezTo>
                  <a:cubicBezTo>
                    <a:pt x="602" y="761"/>
                    <a:pt x="603" y="817"/>
                    <a:pt x="603" y="867"/>
                  </a:cubicBezTo>
                  <a:cubicBezTo>
                    <a:pt x="604" y="916"/>
                    <a:pt x="605" y="967"/>
                    <a:pt x="606" y="1020"/>
                  </a:cubicBezTo>
                  <a:cubicBezTo>
                    <a:pt x="588" y="1018"/>
                    <a:pt x="570" y="1017"/>
                    <a:pt x="553" y="1017"/>
                  </a:cubicBezTo>
                  <a:cubicBezTo>
                    <a:pt x="537" y="1017"/>
                    <a:pt x="520" y="1018"/>
                    <a:pt x="502" y="1020"/>
                  </a:cubicBezTo>
                  <a:cubicBezTo>
                    <a:pt x="506" y="891"/>
                    <a:pt x="506" y="891"/>
                    <a:pt x="506" y="891"/>
                  </a:cubicBezTo>
                  <a:lnTo>
                    <a:pt x="503" y="891"/>
                  </a:ln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2" name="Freeform 329"/>
            <p:cNvSpPr>
              <a:spLocks/>
            </p:cNvSpPr>
            <p:nvPr userDrawn="1"/>
          </p:nvSpPr>
          <p:spPr bwMode="auto">
            <a:xfrm>
              <a:off x="3703574" y="2927026"/>
              <a:ext cx="238125" cy="249238"/>
            </a:xfrm>
            <a:custGeom>
              <a:avLst/>
              <a:gdLst>
                <a:gd name="T0" fmla="*/ 137 w 618"/>
                <a:gd name="T1" fmla="*/ 324 h 644"/>
                <a:gd name="T2" fmla="*/ 0 w 618"/>
                <a:gd name="T3" fmla="*/ 0 h 644"/>
                <a:gd name="T4" fmla="*/ 33 w 618"/>
                <a:gd name="T5" fmla="*/ 5 h 644"/>
                <a:gd name="T6" fmla="*/ 67 w 618"/>
                <a:gd name="T7" fmla="*/ 7 h 644"/>
                <a:gd name="T8" fmla="*/ 97 w 618"/>
                <a:gd name="T9" fmla="*/ 5 h 644"/>
                <a:gd name="T10" fmla="*/ 127 w 618"/>
                <a:gd name="T11" fmla="*/ 0 h 644"/>
                <a:gd name="T12" fmla="*/ 218 w 618"/>
                <a:gd name="T13" fmla="*/ 264 h 644"/>
                <a:gd name="T14" fmla="*/ 328 w 618"/>
                <a:gd name="T15" fmla="*/ 529 h 644"/>
                <a:gd name="T16" fmla="*/ 381 w 618"/>
                <a:gd name="T17" fmla="*/ 409 h 644"/>
                <a:gd name="T18" fmla="*/ 434 w 618"/>
                <a:gd name="T19" fmla="*/ 275 h 644"/>
                <a:gd name="T20" fmla="*/ 485 w 618"/>
                <a:gd name="T21" fmla="*/ 136 h 644"/>
                <a:gd name="T22" fmla="*/ 534 w 618"/>
                <a:gd name="T23" fmla="*/ 0 h 644"/>
                <a:gd name="T24" fmla="*/ 576 w 618"/>
                <a:gd name="T25" fmla="*/ 7 h 644"/>
                <a:gd name="T26" fmla="*/ 618 w 618"/>
                <a:gd name="T27" fmla="*/ 0 h 644"/>
                <a:gd name="T28" fmla="*/ 475 w 618"/>
                <a:gd name="T29" fmla="*/ 324 h 644"/>
                <a:gd name="T30" fmla="*/ 347 w 618"/>
                <a:gd name="T31" fmla="*/ 644 h 644"/>
                <a:gd name="T32" fmla="*/ 305 w 618"/>
                <a:gd name="T33" fmla="*/ 640 h 644"/>
                <a:gd name="T34" fmla="*/ 262 w 618"/>
                <a:gd name="T35" fmla="*/ 644 h 644"/>
                <a:gd name="T36" fmla="*/ 137 w 618"/>
                <a:gd name="T37" fmla="*/ 32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8" h="644">
                  <a:moveTo>
                    <a:pt x="137" y="324"/>
                  </a:moveTo>
                  <a:cubicBezTo>
                    <a:pt x="95" y="218"/>
                    <a:pt x="49" y="110"/>
                    <a:pt x="0" y="0"/>
                  </a:cubicBezTo>
                  <a:cubicBezTo>
                    <a:pt x="11" y="2"/>
                    <a:pt x="23" y="4"/>
                    <a:pt x="33" y="5"/>
                  </a:cubicBezTo>
                  <a:cubicBezTo>
                    <a:pt x="44" y="7"/>
                    <a:pt x="55" y="7"/>
                    <a:pt x="67" y="7"/>
                  </a:cubicBezTo>
                  <a:cubicBezTo>
                    <a:pt x="77" y="7"/>
                    <a:pt x="87" y="7"/>
                    <a:pt x="97" y="5"/>
                  </a:cubicBezTo>
                  <a:cubicBezTo>
                    <a:pt x="107" y="4"/>
                    <a:pt x="117" y="2"/>
                    <a:pt x="127" y="0"/>
                  </a:cubicBezTo>
                  <a:cubicBezTo>
                    <a:pt x="154" y="90"/>
                    <a:pt x="185" y="178"/>
                    <a:pt x="218" y="264"/>
                  </a:cubicBezTo>
                  <a:cubicBezTo>
                    <a:pt x="251" y="350"/>
                    <a:pt x="287" y="438"/>
                    <a:pt x="328" y="529"/>
                  </a:cubicBezTo>
                  <a:cubicBezTo>
                    <a:pt x="346" y="491"/>
                    <a:pt x="364" y="452"/>
                    <a:pt x="381" y="409"/>
                  </a:cubicBezTo>
                  <a:cubicBezTo>
                    <a:pt x="399" y="366"/>
                    <a:pt x="416" y="321"/>
                    <a:pt x="434" y="275"/>
                  </a:cubicBezTo>
                  <a:cubicBezTo>
                    <a:pt x="451" y="229"/>
                    <a:pt x="469" y="183"/>
                    <a:pt x="485" y="136"/>
                  </a:cubicBezTo>
                  <a:cubicBezTo>
                    <a:pt x="502" y="90"/>
                    <a:pt x="518" y="45"/>
                    <a:pt x="534" y="0"/>
                  </a:cubicBezTo>
                  <a:cubicBezTo>
                    <a:pt x="551" y="5"/>
                    <a:pt x="565" y="7"/>
                    <a:pt x="576" y="7"/>
                  </a:cubicBezTo>
                  <a:cubicBezTo>
                    <a:pt x="588" y="7"/>
                    <a:pt x="602" y="5"/>
                    <a:pt x="618" y="0"/>
                  </a:cubicBezTo>
                  <a:cubicBezTo>
                    <a:pt x="570" y="110"/>
                    <a:pt x="522" y="218"/>
                    <a:pt x="475" y="324"/>
                  </a:cubicBezTo>
                  <a:cubicBezTo>
                    <a:pt x="428" y="431"/>
                    <a:pt x="385" y="537"/>
                    <a:pt x="347" y="644"/>
                  </a:cubicBezTo>
                  <a:cubicBezTo>
                    <a:pt x="333" y="641"/>
                    <a:pt x="319" y="640"/>
                    <a:pt x="305" y="640"/>
                  </a:cubicBezTo>
                  <a:cubicBezTo>
                    <a:pt x="290" y="640"/>
                    <a:pt x="276" y="641"/>
                    <a:pt x="262" y="644"/>
                  </a:cubicBezTo>
                  <a:cubicBezTo>
                    <a:pt x="220" y="537"/>
                    <a:pt x="179" y="431"/>
                    <a:pt x="137" y="324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330"/>
            <p:cNvSpPr>
              <a:spLocks/>
            </p:cNvSpPr>
            <p:nvPr userDrawn="1"/>
          </p:nvSpPr>
          <p:spPr bwMode="auto">
            <a:xfrm>
              <a:off x="4167124" y="2923851"/>
              <a:ext cx="209550" cy="252413"/>
            </a:xfrm>
            <a:custGeom>
              <a:avLst/>
              <a:gdLst>
                <a:gd name="T0" fmla="*/ 401 w 545"/>
                <a:gd name="T1" fmla="*/ 121 h 655"/>
                <a:gd name="T2" fmla="*/ 293 w 545"/>
                <a:gd name="T3" fmla="*/ 69 h 655"/>
                <a:gd name="T4" fmla="*/ 154 w 545"/>
                <a:gd name="T5" fmla="*/ 127 h 655"/>
                <a:gd name="T6" fmla="*/ 111 w 545"/>
                <a:gd name="T7" fmla="*/ 291 h 655"/>
                <a:gd name="T8" fmla="*/ 111 w 545"/>
                <a:gd name="T9" fmla="*/ 406 h 655"/>
                <a:gd name="T10" fmla="*/ 113 w 545"/>
                <a:gd name="T11" fmla="*/ 534 h 655"/>
                <a:gd name="T12" fmla="*/ 121 w 545"/>
                <a:gd name="T13" fmla="*/ 655 h 655"/>
                <a:gd name="T14" fmla="*/ 60 w 545"/>
                <a:gd name="T15" fmla="*/ 651 h 655"/>
                <a:gd name="T16" fmla="*/ 0 w 545"/>
                <a:gd name="T17" fmla="*/ 655 h 655"/>
                <a:gd name="T18" fmla="*/ 8 w 545"/>
                <a:gd name="T19" fmla="*/ 534 h 655"/>
                <a:gd name="T20" fmla="*/ 10 w 545"/>
                <a:gd name="T21" fmla="*/ 406 h 655"/>
                <a:gd name="T22" fmla="*/ 10 w 545"/>
                <a:gd name="T23" fmla="*/ 266 h 655"/>
                <a:gd name="T24" fmla="*/ 8 w 545"/>
                <a:gd name="T25" fmla="*/ 138 h 655"/>
                <a:gd name="T26" fmla="*/ 0 w 545"/>
                <a:gd name="T27" fmla="*/ 13 h 655"/>
                <a:gd name="T28" fmla="*/ 60 w 545"/>
                <a:gd name="T29" fmla="*/ 20 h 655"/>
                <a:gd name="T30" fmla="*/ 84 w 545"/>
                <a:gd name="T31" fmla="*/ 18 h 655"/>
                <a:gd name="T32" fmla="*/ 114 w 545"/>
                <a:gd name="T33" fmla="*/ 13 h 655"/>
                <a:gd name="T34" fmla="*/ 111 w 545"/>
                <a:gd name="T35" fmla="*/ 121 h 655"/>
                <a:gd name="T36" fmla="*/ 113 w 545"/>
                <a:gd name="T37" fmla="*/ 121 h 655"/>
                <a:gd name="T38" fmla="*/ 204 w 545"/>
                <a:gd name="T39" fmla="*/ 31 h 655"/>
                <a:gd name="T40" fmla="*/ 329 w 545"/>
                <a:gd name="T41" fmla="*/ 0 h 655"/>
                <a:gd name="T42" fmla="*/ 405 w 545"/>
                <a:gd name="T43" fmla="*/ 10 h 655"/>
                <a:gd name="T44" fmla="*/ 475 w 545"/>
                <a:gd name="T45" fmla="*/ 48 h 655"/>
                <a:gd name="T46" fmla="*/ 525 w 545"/>
                <a:gd name="T47" fmla="*/ 119 h 655"/>
                <a:gd name="T48" fmla="*/ 545 w 545"/>
                <a:gd name="T49" fmla="*/ 235 h 655"/>
                <a:gd name="T50" fmla="*/ 542 w 545"/>
                <a:gd name="T51" fmla="*/ 354 h 655"/>
                <a:gd name="T52" fmla="*/ 540 w 545"/>
                <a:gd name="T53" fmla="*/ 484 h 655"/>
                <a:gd name="T54" fmla="*/ 540 w 545"/>
                <a:gd name="T55" fmla="*/ 572 h 655"/>
                <a:gd name="T56" fmla="*/ 541 w 545"/>
                <a:gd name="T57" fmla="*/ 615 h 655"/>
                <a:gd name="T58" fmla="*/ 543 w 545"/>
                <a:gd name="T59" fmla="*/ 655 h 655"/>
                <a:gd name="T60" fmla="*/ 486 w 545"/>
                <a:gd name="T61" fmla="*/ 651 h 655"/>
                <a:gd name="T62" fmla="*/ 430 w 545"/>
                <a:gd name="T63" fmla="*/ 655 h 655"/>
                <a:gd name="T64" fmla="*/ 436 w 545"/>
                <a:gd name="T65" fmla="*/ 510 h 655"/>
                <a:gd name="T66" fmla="*/ 440 w 545"/>
                <a:gd name="T67" fmla="*/ 357 h 655"/>
                <a:gd name="T68" fmla="*/ 440 w 545"/>
                <a:gd name="T69" fmla="*/ 275 h 655"/>
                <a:gd name="T70" fmla="*/ 401 w 545"/>
                <a:gd name="T71" fmla="*/ 12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5" h="655">
                  <a:moveTo>
                    <a:pt x="401" y="121"/>
                  </a:moveTo>
                  <a:cubicBezTo>
                    <a:pt x="375" y="87"/>
                    <a:pt x="339" y="69"/>
                    <a:pt x="293" y="69"/>
                  </a:cubicBezTo>
                  <a:cubicBezTo>
                    <a:pt x="230" y="69"/>
                    <a:pt x="184" y="88"/>
                    <a:pt x="154" y="127"/>
                  </a:cubicBezTo>
                  <a:cubicBezTo>
                    <a:pt x="125" y="166"/>
                    <a:pt x="111" y="221"/>
                    <a:pt x="111" y="291"/>
                  </a:cubicBezTo>
                  <a:cubicBezTo>
                    <a:pt x="111" y="406"/>
                    <a:pt x="111" y="406"/>
                    <a:pt x="111" y="406"/>
                  </a:cubicBezTo>
                  <a:cubicBezTo>
                    <a:pt x="111" y="446"/>
                    <a:pt x="111" y="489"/>
                    <a:pt x="113" y="534"/>
                  </a:cubicBezTo>
                  <a:cubicBezTo>
                    <a:pt x="114" y="578"/>
                    <a:pt x="117" y="619"/>
                    <a:pt x="121" y="655"/>
                  </a:cubicBezTo>
                  <a:cubicBezTo>
                    <a:pt x="101" y="652"/>
                    <a:pt x="80" y="651"/>
                    <a:pt x="60" y="651"/>
                  </a:cubicBezTo>
                  <a:cubicBezTo>
                    <a:pt x="41" y="651"/>
                    <a:pt x="20" y="652"/>
                    <a:pt x="0" y="655"/>
                  </a:cubicBezTo>
                  <a:cubicBezTo>
                    <a:pt x="4" y="619"/>
                    <a:pt x="7" y="578"/>
                    <a:pt x="8" y="534"/>
                  </a:cubicBezTo>
                  <a:cubicBezTo>
                    <a:pt x="10" y="489"/>
                    <a:pt x="10" y="447"/>
                    <a:pt x="10" y="406"/>
                  </a:cubicBezTo>
                  <a:cubicBezTo>
                    <a:pt x="10" y="266"/>
                    <a:pt x="10" y="266"/>
                    <a:pt x="10" y="266"/>
                  </a:cubicBezTo>
                  <a:cubicBezTo>
                    <a:pt x="10" y="225"/>
                    <a:pt x="10" y="182"/>
                    <a:pt x="8" y="138"/>
                  </a:cubicBezTo>
                  <a:cubicBezTo>
                    <a:pt x="7" y="93"/>
                    <a:pt x="4" y="52"/>
                    <a:pt x="0" y="13"/>
                  </a:cubicBezTo>
                  <a:cubicBezTo>
                    <a:pt x="25" y="17"/>
                    <a:pt x="45" y="20"/>
                    <a:pt x="60" y="20"/>
                  </a:cubicBezTo>
                  <a:cubicBezTo>
                    <a:pt x="67" y="20"/>
                    <a:pt x="75" y="19"/>
                    <a:pt x="84" y="18"/>
                  </a:cubicBezTo>
                  <a:cubicBezTo>
                    <a:pt x="92" y="16"/>
                    <a:pt x="102" y="15"/>
                    <a:pt x="114" y="13"/>
                  </a:cubicBezTo>
                  <a:cubicBezTo>
                    <a:pt x="112" y="49"/>
                    <a:pt x="111" y="85"/>
                    <a:pt x="111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38" y="82"/>
                    <a:pt x="168" y="52"/>
                    <a:pt x="204" y="31"/>
                  </a:cubicBezTo>
                  <a:cubicBezTo>
                    <a:pt x="239" y="10"/>
                    <a:pt x="280" y="0"/>
                    <a:pt x="329" y="0"/>
                  </a:cubicBezTo>
                  <a:cubicBezTo>
                    <a:pt x="354" y="0"/>
                    <a:pt x="380" y="3"/>
                    <a:pt x="405" y="10"/>
                  </a:cubicBezTo>
                  <a:cubicBezTo>
                    <a:pt x="431" y="18"/>
                    <a:pt x="454" y="30"/>
                    <a:pt x="475" y="48"/>
                  </a:cubicBezTo>
                  <a:cubicBezTo>
                    <a:pt x="495" y="65"/>
                    <a:pt x="512" y="89"/>
                    <a:pt x="525" y="119"/>
                  </a:cubicBezTo>
                  <a:cubicBezTo>
                    <a:pt x="538" y="149"/>
                    <a:pt x="545" y="188"/>
                    <a:pt x="545" y="235"/>
                  </a:cubicBezTo>
                  <a:cubicBezTo>
                    <a:pt x="545" y="273"/>
                    <a:pt x="544" y="313"/>
                    <a:pt x="542" y="354"/>
                  </a:cubicBezTo>
                  <a:cubicBezTo>
                    <a:pt x="541" y="395"/>
                    <a:pt x="540" y="438"/>
                    <a:pt x="540" y="484"/>
                  </a:cubicBezTo>
                  <a:cubicBezTo>
                    <a:pt x="540" y="572"/>
                    <a:pt x="540" y="572"/>
                    <a:pt x="540" y="572"/>
                  </a:cubicBezTo>
                  <a:cubicBezTo>
                    <a:pt x="540" y="587"/>
                    <a:pt x="540" y="601"/>
                    <a:pt x="541" y="615"/>
                  </a:cubicBezTo>
                  <a:cubicBezTo>
                    <a:pt x="541" y="629"/>
                    <a:pt x="542" y="642"/>
                    <a:pt x="543" y="655"/>
                  </a:cubicBezTo>
                  <a:cubicBezTo>
                    <a:pt x="525" y="652"/>
                    <a:pt x="506" y="651"/>
                    <a:pt x="486" y="651"/>
                  </a:cubicBezTo>
                  <a:cubicBezTo>
                    <a:pt x="467" y="651"/>
                    <a:pt x="448" y="652"/>
                    <a:pt x="430" y="655"/>
                  </a:cubicBezTo>
                  <a:cubicBezTo>
                    <a:pt x="431" y="608"/>
                    <a:pt x="434" y="560"/>
                    <a:pt x="436" y="510"/>
                  </a:cubicBezTo>
                  <a:cubicBezTo>
                    <a:pt x="439" y="460"/>
                    <a:pt x="440" y="409"/>
                    <a:pt x="440" y="357"/>
                  </a:cubicBezTo>
                  <a:cubicBezTo>
                    <a:pt x="440" y="275"/>
                    <a:pt x="440" y="275"/>
                    <a:pt x="440" y="275"/>
                  </a:cubicBezTo>
                  <a:cubicBezTo>
                    <a:pt x="440" y="207"/>
                    <a:pt x="427" y="156"/>
                    <a:pt x="401" y="121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4" name="Freeform 331"/>
            <p:cNvSpPr>
              <a:spLocks/>
            </p:cNvSpPr>
            <p:nvPr userDrawn="1"/>
          </p:nvSpPr>
          <p:spPr bwMode="auto">
            <a:xfrm>
              <a:off x="4414774" y="2923851"/>
              <a:ext cx="215900" cy="257175"/>
            </a:xfrm>
            <a:custGeom>
              <a:avLst/>
              <a:gdLst>
                <a:gd name="T0" fmla="*/ 30 w 562"/>
                <a:gd name="T1" fmla="*/ 185 h 668"/>
                <a:gd name="T2" fmla="*/ 107 w 562"/>
                <a:gd name="T3" fmla="*/ 80 h 668"/>
                <a:gd name="T4" fmla="*/ 218 w 562"/>
                <a:gd name="T5" fmla="*/ 19 h 668"/>
                <a:gd name="T6" fmla="*/ 345 w 562"/>
                <a:gd name="T7" fmla="*/ 0 h 668"/>
                <a:gd name="T8" fmla="*/ 478 w 562"/>
                <a:gd name="T9" fmla="*/ 17 h 668"/>
                <a:gd name="T10" fmla="*/ 562 w 562"/>
                <a:gd name="T11" fmla="*/ 58 h 668"/>
                <a:gd name="T12" fmla="*/ 545 w 562"/>
                <a:gd name="T13" fmla="*/ 101 h 668"/>
                <a:gd name="T14" fmla="*/ 532 w 562"/>
                <a:gd name="T15" fmla="*/ 147 h 668"/>
                <a:gd name="T16" fmla="*/ 522 w 562"/>
                <a:gd name="T17" fmla="*/ 147 h 668"/>
                <a:gd name="T18" fmla="*/ 496 w 562"/>
                <a:gd name="T19" fmla="*/ 112 h 668"/>
                <a:gd name="T20" fmla="*/ 457 w 562"/>
                <a:gd name="T21" fmla="*/ 78 h 668"/>
                <a:gd name="T22" fmla="*/ 408 w 562"/>
                <a:gd name="T23" fmla="*/ 52 h 668"/>
                <a:gd name="T24" fmla="*/ 349 w 562"/>
                <a:gd name="T25" fmla="*/ 42 h 668"/>
                <a:gd name="T26" fmla="*/ 244 w 562"/>
                <a:gd name="T27" fmla="*/ 64 h 668"/>
                <a:gd name="T28" fmla="*/ 172 w 562"/>
                <a:gd name="T29" fmla="*/ 126 h 668"/>
                <a:gd name="T30" fmla="*/ 132 w 562"/>
                <a:gd name="T31" fmla="*/ 219 h 668"/>
                <a:gd name="T32" fmla="*/ 119 w 562"/>
                <a:gd name="T33" fmla="*/ 334 h 668"/>
                <a:gd name="T34" fmla="*/ 178 w 562"/>
                <a:gd name="T35" fmla="*/ 545 h 668"/>
                <a:gd name="T36" fmla="*/ 353 w 562"/>
                <a:gd name="T37" fmla="*/ 616 h 668"/>
                <a:gd name="T38" fmla="*/ 408 w 562"/>
                <a:gd name="T39" fmla="*/ 608 h 668"/>
                <a:gd name="T40" fmla="*/ 463 w 562"/>
                <a:gd name="T41" fmla="*/ 588 h 668"/>
                <a:gd name="T42" fmla="*/ 514 w 562"/>
                <a:gd name="T43" fmla="*/ 557 h 668"/>
                <a:gd name="T44" fmla="*/ 555 w 562"/>
                <a:gd name="T45" fmla="*/ 520 h 668"/>
                <a:gd name="T46" fmla="*/ 562 w 562"/>
                <a:gd name="T47" fmla="*/ 524 h 668"/>
                <a:gd name="T48" fmla="*/ 554 w 562"/>
                <a:gd name="T49" fmla="*/ 590 h 668"/>
                <a:gd name="T50" fmla="*/ 453 w 562"/>
                <a:gd name="T51" fmla="*/ 645 h 668"/>
                <a:gd name="T52" fmla="*/ 328 w 562"/>
                <a:gd name="T53" fmla="*/ 668 h 668"/>
                <a:gd name="T54" fmla="*/ 212 w 562"/>
                <a:gd name="T55" fmla="*/ 651 h 668"/>
                <a:gd name="T56" fmla="*/ 105 w 562"/>
                <a:gd name="T57" fmla="*/ 595 h 668"/>
                <a:gd name="T58" fmla="*/ 29 w 562"/>
                <a:gd name="T59" fmla="*/ 491 h 668"/>
                <a:gd name="T60" fmla="*/ 0 w 562"/>
                <a:gd name="T61" fmla="*/ 336 h 668"/>
                <a:gd name="T62" fmla="*/ 30 w 562"/>
                <a:gd name="T63" fmla="*/ 18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2" h="668">
                  <a:moveTo>
                    <a:pt x="30" y="185"/>
                  </a:moveTo>
                  <a:cubicBezTo>
                    <a:pt x="50" y="142"/>
                    <a:pt x="76" y="107"/>
                    <a:pt x="107" y="80"/>
                  </a:cubicBezTo>
                  <a:cubicBezTo>
                    <a:pt x="139" y="52"/>
                    <a:pt x="176" y="32"/>
                    <a:pt x="218" y="19"/>
                  </a:cubicBezTo>
                  <a:cubicBezTo>
                    <a:pt x="259" y="6"/>
                    <a:pt x="301" y="0"/>
                    <a:pt x="345" y="0"/>
                  </a:cubicBezTo>
                  <a:cubicBezTo>
                    <a:pt x="394" y="0"/>
                    <a:pt x="438" y="6"/>
                    <a:pt x="478" y="17"/>
                  </a:cubicBezTo>
                  <a:cubicBezTo>
                    <a:pt x="517" y="29"/>
                    <a:pt x="545" y="43"/>
                    <a:pt x="562" y="58"/>
                  </a:cubicBezTo>
                  <a:cubicBezTo>
                    <a:pt x="556" y="72"/>
                    <a:pt x="550" y="86"/>
                    <a:pt x="545" y="101"/>
                  </a:cubicBezTo>
                  <a:cubicBezTo>
                    <a:pt x="540" y="116"/>
                    <a:pt x="536" y="131"/>
                    <a:pt x="532" y="147"/>
                  </a:cubicBezTo>
                  <a:cubicBezTo>
                    <a:pt x="522" y="147"/>
                    <a:pt x="522" y="147"/>
                    <a:pt x="522" y="147"/>
                  </a:cubicBezTo>
                  <a:cubicBezTo>
                    <a:pt x="515" y="136"/>
                    <a:pt x="507" y="124"/>
                    <a:pt x="496" y="112"/>
                  </a:cubicBezTo>
                  <a:cubicBezTo>
                    <a:pt x="485" y="99"/>
                    <a:pt x="472" y="88"/>
                    <a:pt x="457" y="78"/>
                  </a:cubicBezTo>
                  <a:cubicBezTo>
                    <a:pt x="443" y="68"/>
                    <a:pt x="426" y="59"/>
                    <a:pt x="408" y="52"/>
                  </a:cubicBezTo>
                  <a:cubicBezTo>
                    <a:pt x="390" y="45"/>
                    <a:pt x="370" y="42"/>
                    <a:pt x="349" y="42"/>
                  </a:cubicBezTo>
                  <a:cubicBezTo>
                    <a:pt x="308" y="42"/>
                    <a:pt x="273" y="49"/>
                    <a:pt x="244" y="64"/>
                  </a:cubicBezTo>
                  <a:cubicBezTo>
                    <a:pt x="215" y="79"/>
                    <a:pt x="191" y="100"/>
                    <a:pt x="172" y="126"/>
                  </a:cubicBezTo>
                  <a:cubicBezTo>
                    <a:pt x="154" y="152"/>
                    <a:pt x="140" y="183"/>
                    <a:pt x="132" y="219"/>
                  </a:cubicBezTo>
                  <a:cubicBezTo>
                    <a:pt x="123" y="254"/>
                    <a:pt x="119" y="293"/>
                    <a:pt x="119" y="334"/>
                  </a:cubicBezTo>
                  <a:cubicBezTo>
                    <a:pt x="119" y="427"/>
                    <a:pt x="139" y="497"/>
                    <a:pt x="178" y="545"/>
                  </a:cubicBezTo>
                  <a:cubicBezTo>
                    <a:pt x="218" y="592"/>
                    <a:pt x="276" y="616"/>
                    <a:pt x="353" y="616"/>
                  </a:cubicBezTo>
                  <a:cubicBezTo>
                    <a:pt x="371" y="616"/>
                    <a:pt x="389" y="613"/>
                    <a:pt x="408" y="608"/>
                  </a:cubicBezTo>
                  <a:cubicBezTo>
                    <a:pt x="427" y="603"/>
                    <a:pt x="445" y="597"/>
                    <a:pt x="463" y="588"/>
                  </a:cubicBezTo>
                  <a:cubicBezTo>
                    <a:pt x="481" y="579"/>
                    <a:pt x="498" y="569"/>
                    <a:pt x="514" y="557"/>
                  </a:cubicBezTo>
                  <a:cubicBezTo>
                    <a:pt x="530" y="546"/>
                    <a:pt x="544" y="533"/>
                    <a:pt x="555" y="520"/>
                  </a:cubicBezTo>
                  <a:cubicBezTo>
                    <a:pt x="562" y="524"/>
                    <a:pt x="562" y="524"/>
                    <a:pt x="562" y="524"/>
                  </a:cubicBezTo>
                  <a:cubicBezTo>
                    <a:pt x="557" y="545"/>
                    <a:pt x="555" y="567"/>
                    <a:pt x="554" y="590"/>
                  </a:cubicBezTo>
                  <a:cubicBezTo>
                    <a:pt x="527" y="611"/>
                    <a:pt x="493" y="630"/>
                    <a:pt x="453" y="645"/>
                  </a:cubicBezTo>
                  <a:cubicBezTo>
                    <a:pt x="413" y="660"/>
                    <a:pt x="372" y="668"/>
                    <a:pt x="328" y="668"/>
                  </a:cubicBezTo>
                  <a:cubicBezTo>
                    <a:pt x="290" y="668"/>
                    <a:pt x="251" y="663"/>
                    <a:pt x="212" y="651"/>
                  </a:cubicBezTo>
                  <a:cubicBezTo>
                    <a:pt x="172" y="640"/>
                    <a:pt x="137" y="621"/>
                    <a:pt x="105" y="595"/>
                  </a:cubicBezTo>
                  <a:cubicBezTo>
                    <a:pt x="74" y="568"/>
                    <a:pt x="49" y="534"/>
                    <a:pt x="29" y="491"/>
                  </a:cubicBezTo>
                  <a:cubicBezTo>
                    <a:pt x="10" y="449"/>
                    <a:pt x="0" y="397"/>
                    <a:pt x="0" y="336"/>
                  </a:cubicBezTo>
                  <a:cubicBezTo>
                    <a:pt x="0" y="277"/>
                    <a:pt x="10" y="227"/>
                    <a:pt x="30" y="185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5" name="Freeform 332"/>
            <p:cNvSpPr>
              <a:spLocks/>
            </p:cNvSpPr>
            <p:nvPr userDrawn="1"/>
          </p:nvSpPr>
          <p:spPr bwMode="auto">
            <a:xfrm>
              <a:off x="4654487" y="2927026"/>
              <a:ext cx="236538" cy="384175"/>
            </a:xfrm>
            <a:custGeom>
              <a:avLst/>
              <a:gdLst>
                <a:gd name="T0" fmla="*/ 231 w 616"/>
                <a:gd name="T1" fmla="*/ 549 h 998"/>
                <a:gd name="T2" fmla="*/ 181 w 616"/>
                <a:gd name="T3" fmla="*/ 427 h 998"/>
                <a:gd name="T4" fmla="*/ 125 w 616"/>
                <a:gd name="T5" fmla="*/ 296 h 998"/>
                <a:gd name="T6" fmla="*/ 72 w 616"/>
                <a:gd name="T7" fmla="*/ 170 h 998"/>
                <a:gd name="T8" fmla="*/ 28 w 616"/>
                <a:gd name="T9" fmla="*/ 67 h 998"/>
                <a:gd name="T10" fmla="*/ 0 w 616"/>
                <a:gd name="T11" fmla="*/ 0 h 998"/>
                <a:gd name="T12" fmla="*/ 32 w 616"/>
                <a:gd name="T13" fmla="*/ 5 h 998"/>
                <a:gd name="T14" fmla="*/ 62 w 616"/>
                <a:gd name="T15" fmla="*/ 7 h 998"/>
                <a:gd name="T16" fmla="*/ 91 w 616"/>
                <a:gd name="T17" fmla="*/ 5 h 998"/>
                <a:gd name="T18" fmla="*/ 124 w 616"/>
                <a:gd name="T19" fmla="*/ 0 h 998"/>
                <a:gd name="T20" fmla="*/ 217 w 616"/>
                <a:gd name="T21" fmla="*/ 257 h 998"/>
                <a:gd name="T22" fmla="*/ 325 w 616"/>
                <a:gd name="T23" fmla="*/ 520 h 998"/>
                <a:gd name="T24" fmla="*/ 434 w 616"/>
                <a:gd name="T25" fmla="*/ 265 h 998"/>
                <a:gd name="T26" fmla="*/ 526 w 616"/>
                <a:gd name="T27" fmla="*/ 0 h 998"/>
                <a:gd name="T28" fmla="*/ 571 w 616"/>
                <a:gd name="T29" fmla="*/ 7 h 998"/>
                <a:gd name="T30" fmla="*/ 616 w 616"/>
                <a:gd name="T31" fmla="*/ 0 h 998"/>
                <a:gd name="T32" fmla="*/ 585 w 616"/>
                <a:gd name="T33" fmla="*/ 65 h 998"/>
                <a:gd name="T34" fmla="*/ 535 w 616"/>
                <a:gd name="T35" fmla="*/ 173 h 998"/>
                <a:gd name="T36" fmla="*/ 472 w 616"/>
                <a:gd name="T37" fmla="*/ 312 h 998"/>
                <a:gd name="T38" fmla="*/ 401 w 616"/>
                <a:gd name="T39" fmla="*/ 469 h 998"/>
                <a:gd name="T40" fmla="*/ 330 w 616"/>
                <a:gd name="T41" fmla="*/ 628 h 998"/>
                <a:gd name="T42" fmla="*/ 266 w 616"/>
                <a:gd name="T43" fmla="*/ 779 h 998"/>
                <a:gd name="T44" fmla="*/ 214 w 616"/>
                <a:gd name="T45" fmla="*/ 907 h 998"/>
                <a:gd name="T46" fmla="*/ 181 w 616"/>
                <a:gd name="T47" fmla="*/ 998 h 998"/>
                <a:gd name="T48" fmla="*/ 135 w 616"/>
                <a:gd name="T49" fmla="*/ 991 h 998"/>
                <a:gd name="T50" fmla="*/ 89 w 616"/>
                <a:gd name="T51" fmla="*/ 998 h 998"/>
                <a:gd name="T52" fmla="*/ 270 w 616"/>
                <a:gd name="T53" fmla="*/ 644 h 998"/>
                <a:gd name="T54" fmla="*/ 231 w 616"/>
                <a:gd name="T55" fmla="*/ 549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16" h="998">
                  <a:moveTo>
                    <a:pt x="231" y="549"/>
                  </a:moveTo>
                  <a:cubicBezTo>
                    <a:pt x="215" y="511"/>
                    <a:pt x="199" y="470"/>
                    <a:pt x="181" y="427"/>
                  </a:cubicBezTo>
                  <a:cubicBezTo>
                    <a:pt x="162" y="384"/>
                    <a:pt x="144" y="340"/>
                    <a:pt x="125" y="296"/>
                  </a:cubicBezTo>
                  <a:cubicBezTo>
                    <a:pt x="106" y="251"/>
                    <a:pt x="89" y="209"/>
                    <a:pt x="72" y="170"/>
                  </a:cubicBezTo>
                  <a:cubicBezTo>
                    <a:pt x="55" y="131"/>
                    <a:pt x="41" y="96"/>
                    <a:pt x="28" y="67"/>
                  </a:cubicBezTo>
                  <a:cubicBezTo>
                    <a:pt x="15" y="37"/>
                    <a:pt x="6" y="15"/>
                    <a:pt x="0" y="0"/>
                  </a:cubicBezTo>
                  <a:cubicBezTo>
                    <a:pt x="11" y="2"/>
                    <a:pt x="22" y="4"/>
                    <a:pt x="32" y="5"/>
                  </a:cubicBezTo>
                  <a:cubicBezTo>
                    <a:pt x="42" y="7"/>
                    <a:pt x="52" y="7"/>
                    <a:pt x="62" y="7"/>
                  </a:cubicBezTo>
                  <a:cubicBezTo>
                    <a:pt x="72" y="7"/>
                    <a:pt x="82" y="7"/>
                    <a:pt x="91" y="5"/>
                  </a:cubicBezTo>
                  <a:cubicBezTo>
                    <a:pt x="101" y="4"/>
                    <a:pt x="112" y="2"/>
                    <a:pt x="124" y="0"/>
                  </a:cubicBezTo>
                  <a:cubicBezTo>
                    <a:pt x="152" y="87"/>
                    <a:pt x="183" y="173"/>
                    <a:pt x="217" y="257"/>
                  </a:cubicBezTo>
                  <a:cubicBezTo>
                    <a:pt x="251" y="342"/>
                    <a:pt x="287" y="430"/>
                    <a:pt x="325" y="520"/>
                  </a:cubicBezTo>
                  <a:cubicBezTo>
                    <a:pt x="363" y="440"/>
                    <a:pt x="399" y="356"/>
                    <a:pt x="434" y="265"/>
                  </a:cubicBezTo>
                  <a:cubicBezTo>
                    <a:pt x="468" y="175"/>
                    <a:pt x="499" y="87"/>
                    <a:pt x="526" y="0"/>
                  </a:cubicBezTo>
                  <a:cubicBezTo>
                    <a:pt x="544" y="5"/>
                    <a:pt x="559" y="7"/>
                    <a:pt x="571" y="7"/>
                  </a:cubicBezTo>
                  <a:cubicBezTo>
                    <a:pt x="583" y="7"/>
                    <a:pt x="597" y="5"/>
                    <a:pt x="616" y="0"/>
                  </a:cubicBezTo>
                  <a:cubicBezTo>
                    <a:pt x="609" y="13"/>
                    <a:pt x="599" y="35"/>
                    <a:pt x="585" y="65"/>
                  </a:cubicBezTo>
                  <a:cubicBezTo>
                    <a:pt x="571" y="95"/>
                    <a:pt x="555" y="131"/>
                    <a:pt x="535" y="173"/>
                  </a:cubicBezTo>
                  <a:cubicBezTo>
                    <a:pt x="516" y="215"/>
                    <a:pt x="495" y="261"/>
                    <a:pt x="472" y="312"/>
                  </a:cubicBezTo>
                  <a:cubicBezTo>
                    <a:pt x="449" y="363"/>
                    <a:pt x="425" y="415"/>
                    <a:pt x="401" y="469"/>
                  </a:cubicBezTo>
                  <a:cubicBezTo>
                    <a:pt x="378" y="523"/>
                    <a:pt x="354" y="576"/>
                    <a:pt x="330" y="628"/>
                  </a:cubicBezTo>
                  <a:cubicBezTo>
                    <a:pt x="307" y="681"/>
                    <a:pt x="286" y="731"/>
                    <a:pt x="266" y="779"/>
                  </a:cubicBezTo>
                  <a:cubicBezTo>
                    <a:pt x="246" y="826"/>
                    <a:pt x="228" y="869"/>
                    <a:pt x="214" y="907"/>
                  </a:cubicBezTo>
                  <a:cubicBezTo>
                    <a:pt x="199" y="945"/>
                    <a:pt x="188" y="976"/>
                    <a:pt x="181" y="998"/>
                  </a:cubicBezTo>
                  <a:cubicBezTo>
                    <a:pt x="162" y="994"/>
                    <a:pt x="147" y="991"/>
                    <a:pt x="135" y="991"/>
                  </a:cubicBezTo>
                  <a:cubicBezTo>
                    <a:pt x="122" y="991"/>
                    <a:pt x="107" y="994"/>
                    <a:pt x="89" y="998"/>
                  </a:cubicBezTo>
                  <a:cubicBezTo>
                    <a:pt x="160" y="880"/>
                    <a:pt x="220" y="762"/>
                    <a:pt x="270" y="644"/>
                  </a:cubicBezTo>
                  <a:cubicBezTo>
                    <a:pt x="260" y="620"/>
                    <a:pt x="247" y="588"/>
                    <a:pt x="231" y="549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6" name="Freeform 333"/>
            <p:cNvSpPr>
              <a:spLocks noEditPoints="1"/>
            </p:cNvSpPr>
            <p:nvPr userDrawn="1"/>
          </p:nvSpPr>
          <p:spPr bwMode="auto">
            <a:xfrm>
              <a:off x="3903599" y="2927026"/>
              <a:ext cx="238125" cy="249238"/>
            </a:xfrm>
            <a:custGeom>
              <a:avLst/>
              <a:gdLst>
                <a:gd name="T0" fmla="*/ 291 w 619"/>
                <a:gd name="T1" fmla="*/ 116 h 644"/>
                <a:gd name="T2" fmla="*/ 391 w 619"/>
                <a:gd name="T3" fmla="*/ 356 h 644"/>
                <a:gd name="T4" fmla="*/ 190 w 619"/>
                <a:gd name="T5" fmla="*/ 356 h 644"/>
                <a:gd name="T6" fmla="*/ 238 w 619"/>
                <a:gd name="T7" fmla="*/ 235 h 644"/>
                <a:gd name="T8" fmla="*/ 291 w 619"/>
                <a:gd name="T9" fmla="*/ 116 h 644"/>
                <a:gd name="T10" fmla="*/ 482 w 619"/>
                <a:gd name="T11" fmla="*/ 320 h 644"/>
                <a:gd name="T12" fmla="*/ 357 w 619"/>
                <a:gd name="T13" fmla="*/ 0 h 644"/>
                <a:gd name="T14" fmla="*/ 314 w 619"/>
                <a:gd name="T15" fmla="*/ 4 h 644"/>
                <a:gd name="T16" fmla="*/ 272 w 619"/>
                <a:gd name="T17" fmla="*/ 0 h 644"/>
                <a:gd name="T18" fmla="*/ 144 w 619"/>
                <a:gd name="T19" fmla="*/ 320 h 644"/>
                <a:gd name="T20" fmla="*/ 0 w 619"/>
                <a:gd name="T21" fmla="*/ 644 h 644"/>
                <a:gd name="T22" fmla="*/ 42 w 619"/>
                <a:gd name="T23" fmla="*/ 637 h 644"/>
                <a:gd name="T24" fmla="*/ 84 w 619"/>
                <a:gd name="T25" fmla="*/ 644 h 644"/>
                <a:gd name="T26" fmla="*/ 134 w 619"/>
                <a:gd name="T27" fmla="*/ 508 h 644"/>
                <a:gd name="T28" fmla="*/ 173 w 619"/>
                <a:gd name="T29" fmla="*/ 402 h 644"/>
                <a:gd name="T30" fmla="*/ 409 w 619"/>
                <a:gd name="T31" fmla="*/ 402 h 644"/>
                <a:gd name="T32" fmla="*/ 492 w 619"/>
                <a:gd name="T33" fmla="*/ 644 h 644"/>
                <a:gd name="T34" fmla="*/ 522 w 619"/>
                <a:gd name="T35" fmla="*/ 639 h 644"/>
                <a:gd name="T36" fmla="*/ 552 w 619"/>
                <a:gd name="T37" fmla="*/ 637 h 644"/>
                <a:gd name="T38" fmla="*/ 585 w 619"/>
                <a:gd name="T39" fmla="*/ 639 h 644"/>
                <a:gd name="T40" fmla="*/ 619 w 619"/>
                <a:gd name="T41" fmla="*/ 644 h 644"/>
                <a:gd name="T42" fmla="*/ 482 w 619"/>
                <a:gd name="T43" fmla="*/ 32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19" h="644">
                  <a:moveTo>
                    <a:pt x="291" y="116"/>
                  </a:moveTo>
                  <a:cubicBezTo>
                    <a:pt x="328" y="198"/>
                    <a:pt x="361" y="278"/>
                    <a:pt x="391" y="356"/>
                  </a:cubicBezTo>
                  <a:cubicBezTo>
                    <a:pt x="190" y="356"/>
                    <a:pt x="190" y="356"/>
                    <a:pt x="190" y="356"/>
                  </a:cubicBezTo>
                  <a:cubicBezTo>
                    <a:pt x="206" y="315"/>
                    <a:pt x="222" y="274"/>
                    <a:pt x="238" y="235"/>
                  </a:cubicBezTo>
                  <a:cubicBezTo>
                    <a:pt x="255" y="193"/>
                    <a:pt x="273" y="153"/>
                    <a:pt x="291" y="116"/>
                  </a:cubicBezTo>
                  <a:close/>
                  <a:moveTo>
                    <a:pt x="482" y="320"/>
                  </a:moveTo>
                  <a:cubicBezTo>
                    <a:pt x="440" y="214"/>
                    <a:pt x="399" y="107"/>
                    <a:pt x="357" y="0"/>
                  </a:cubicBezTo>
                  <a:cubicBezTo>
                    <a:pt x="343" y="3"/>
                    <a:pt x="328" y="4"/>
                    <a:pt x="314" y="4"/>
                  </a:cubicBezTo>
                  <a:cubicBezTo>
                    <a:pt x="299" y="4"/>
                    <a:pt x="286" y="3"/>
                    <a:pt x="272" y="0"/>
                  </a:cubicBezTo>
                  <a:cubicBezTo>
                    <a:pt x="233" y="107"/>
                    <a:pt x="191" y="214"/>
                    <a:pt x="144" y="320"/>
                  </a:cubicBezTo>
                  <a:cubicBezTo>
                    <a:pt x="97" y="426"/>
                    <a:pt x="49" y="534"/>
                    <a:pt x="0" y="644"/>
                  </a:cubicBezTo>
                  <a:cubicBezTo>
                    <a:pt x="17" y="639"/>
                    <a:pt x="31" y="637"/>
                    <a:pt x="42" y="637"/>
                  </a:cubicBezTo>
                  <a:cubicBezTo>
                    <a:pt x="54" y="637"/>
                    <a:pt x="68" y="639"/>
                    <a:pt x="84" y="644"/>
                  </a:cubicBezTo>
                  <a:cubicBezTo>
                    <a:pt x="100" y="599"/>
                    <a:pt x="117" y="554"/>
                    <a:pt x="134" y="508"/>
                  </a:cubicBezTo>
                  <a:cubicBezTo>
                    <a:pt x="146" y="472"/>
                    <a:pt x="159" y="437"/>
                    <a:pt x="173" y="402"/>
                  </a:cubicBezTo>
                  <a:cubicBezTo>
                    <a:pt x="409" y="402"/>
                    <a:pt x="409" y="402"/>
                    <a:pt x="409" y="402"/>
                  </a:cubicBezTo>
                  <a:cubicBezTo>
                    <a:pt x="439" y="481"/>
                    <a:pt x="467" y="562"/>
                    <a:pt x="492" y="644"/>
                  </a:cubicBezTo>
                  <a:cubicBezTo>
                    <a:pt x="502" y="642"/>
                    <a:pt x="512" y="640"/>
                    <a:pt x="522" y="639"/>
                  </a:cubicBezTo>
                  <a:cubicBezTo>
                    <a:pt x="532" y="638"/>
                    <a:pt x="542" y="637"/>
                    <a:pt x="552" y="637"/>
                  </a:cubicBezTo>
                  <a:cubicBezTo>
                    <a:pt x="563" y="637"/>
                    <a:pt x="574" y="638"/>
                    <a:pt x="585" y="639"/>
                  </a:cubicBezTo>
                  <a:cubicBezTo>
                    <a:pt x="596" y="640"/>
                    <a:pt x="607" y="642"/>
                    <a:pt x="619" y="644"/>
                  </a:cubicBezTo>
                  <a:cubicBezTo>
                    <a:pt x="570" y="534"/>
                    <a:pt x="524" y="426"/>
                    <a:pt x="482" y="320"/>
                  </a:cubicBezTo>
                  <a:close/>
                </a:path>
              </a:pathLst>
            </a:custGeom>
            <a:solidFill>
              <a:srgbClr val="0043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73402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4" r:id="rId3"/>
    <p:sldLayoutId id="2147483666" r:id="rId4"/>
    <p:sldLayoutId id="2147483670" r:id="rId5"/>
    <p:sldLayoutId id="2147483669" r:id="rId6"/>
    <p:sldLayoutId id="2147483671" r:id="rId7"/>
    <p:sldLayoutId id="2147483673" r:id="rId8"/>
    <p:sldLayoutId id="2147483672" r:id="rId9"/>
  </p:sldLayoutIdLst>
  <p:hf sldNum="0" hdr="0" dt="0"/>
  <p:txStyles>
    <p:titleStyle>
      <a:lvl1pPr algn="just" defTabSz="1043056" rtl="0" eaLnBrk="1" latinLnBrk="0" hangingPunct="1">
        <a:lnSpc>
          <a:spcPts val="19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1043056" rtl="0" eaLnBrk="1" latinLnBrk="0" hangingPunct="1">
        <a:lnSpc>
          <a:spcPts val="1300"/>
        </a:lnSpc>
        <a:spcBef>
          <a:spcPts val="800"/>
        </a:spcBef>
        <a:buClr>
          <a:srgbClr val="699FC0"/>
        </a:buClr>
        <a:buSzPct val="100000"/>
        <a:buFont typeface="Wingdings 3" pitchFamily="18" charset="2"/>
        <a:buChar char=""/>
        <a:defRPr sz="12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650" indent="-180000" algn="l" defTabSz="1043056" rtl="0" eaLnBrk="1" latinLnBrk="0" hangingPunct="1">
        <a:lnSpc>
          <a:spcPts val="1300"/>
        </a:lnSpc>
        <a:spcBef>
          <a:spcPts val="600"/>
        </a:spcBef>
        <a:buClr>
          <a:srgbClr val="699FC0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04825" indent="-142875" algn="l" defTabSz="1043056" rtl="0" eaLnBrk="1" latinLnBrk="0" hangingPunct="1">
        <a:lnSpc>
          <a:spcPts val="1300"/>
        </a:lnSpc>
        <a:spcBef>
          <a:spcPts val="600"/>
        </a:spcBef>
        <a:buClr>
          <a:schemeClr val="accent3"/>
        </a:buClr>
        <a:buFont typeface="Calibri" panose="020F050202020403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46113" indent="-141288" algn="l" defTabSz="1043056" rtl="0" eaLnBrk="1" latinLnBrk="0" hangingPunct="1">
        <a:lnSpc>
          <a:spcPts val="1300"/>
        </a:lnSpc>
        <a:spcBef>
          <a:spcPts val="600"/>
        </a:spcBef>
        <a:buClr>
          <a:schemeClr val="accent3"/>
        </a:buClr>
        <a:buFont typeface="Calibri" panose="020F050202020403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95338" indent="-138113" algn="l" defTabSz="1043056" rtl="0" eaLnBrk="1" latinLnBrk="0" hangingPunct="1">
        <a:lnSpc>
          <a:spcPts val="1300"/>
        </a:lnSpc>
        <a:spcBef>
          <a:spcPts val="600"/>
        </a:spcBef>
        <a:buClr>
          <a:schemeClr val="accent3"/>
        </a:buClr>
        <a:buFont typeface="Calibri" panose="020F050202020403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22" userDrawn="1">
          <p15:clr>
            <a:srgbClr val="547EBF"/>
          </p15:clr>
        </p15:guide>
        <p15:guide id="3" orient="horz" pos="4679" userDrawn="1">
          <p15:clr>
            <a:srgbClr val="547EBF"/>
          </p15:clr>
        </p15:guide>
        <p15:guide id="4" orient="horz" pos="365" userDrawn="1">
          <p15:clr>
            <a:srgbClr val="547EBF"/>
          </p15:clr>
        </p15:guide>
        <p15:guide id="5" pos="566" userDrawn="1">
          <p15:clr>
            <a:srgbClr val="FBAE40"/>
          </p15:clr>
        </p15:guide>
        <p15:guide id="6" pos="3288" userDrawn="1">
          <p15:clr>
            <a:srgbClr val="FBAE40"/>
          </p15:clr>
        </p15:guide>
        <p15:guide id="7" pos="3673" userDrawn="1">
          <p15:clr>
            <a:srgbClr val="FBAE40"/>
          </p15:clr>
        </p15:guide>
        <p15:guide id="8" pos="6395" userDrawn="1">
          <p15:clr>
            <a:srgbClr val="FBAE40"/>
          </p15:clr>
        </p15:guide>
        <p15:guide id="9" pos="3480" userDrawn="1">
          <p15:clr>
            <a:srgbClr val="F26B43"/>
          </p15:clr>
        </p15:guide>
        <p15:guide id="10" orient="horz" pos="4188" userDrawn="1">
          <p15:clr>
            <a:srgbClr val="FBAE40"/>
          </p15:clr>
        </p15:guide>
        <p15:guide id="11" orient="horz" pos="1240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Contenu du cours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899278" y="69663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Grande technique </a:t>
            </a:r>
            <a:r>
              <a:rPr lang="en-US" sz="1200" dirty="0" err="1" smtClean="0">
                <a:solidFill>
                  <a:srgbClr val="000000"/>
                </a:solidFill>
              </a:rPr>
              <a:t>comme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le quick sort : </a:t>
            </a:r>
            <a:r>
              <a:rPr lang="en-US" sz="1200" dirty="0" err="1" smtClean="0">
                <a:solidFill>
                  <a:srgbClr val="000000"/>
                </a:solidFill>
              </a:rPr>
              <a:t>diviser</a:t>
            </a:r>
            <a:r>
              <a:rPr lang="en-US" sz="1200" dirty="0" smtClean="0">
                <a:solidFill>
                  <a:srgbClr val="000000"/>
                </a:solidFill>
              </a:rPr>
              <a:t> pour </a:t>
            </a:r>
            <a:r>
              <a:rPr lang="en-US" sz="1200" dirty="0" err="1" smtClean="0">
                <a:solidFill>
                  <a:srgbClr val="000000"/>
                </a:solidFill>
              </a:rPr>
              <a:t>mieux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regner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energie</a:t>
            </a:r>
            <a:r>
              <a:rPr lang="en-US" sz="1200" dirty="0" smtClean="0">
                <a:solidFill>
                  <a:srgbClr val="000000"/>
                </a:solidFill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</a:rPr>
              <a:t>optimiser</a:t>
            </a:r>
            <a:r>
              <a:rPr lang="en-US" sz="1200" dirty="0" smtClean="0">
                <a:solidFill>
                  <a:srgbClr val="000000"/>
                </a:solidFill>
              </a:rPr>
              <a:t>, la </a:t>
            </a:r>
            <a:r>
              <a:rPr lang="en-US" sz="1200" dirty="0" err="1" smtClean="0">
                <a:solidFill>
                  <a:srgbClr val="000000"/>
                </a:solidFill>
              </a:rPr>
              <a:t>complexité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varie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function du problem </a:t>
            </a:r>
            <a:r>
              <a:rPr lang="en-US" sz="1200" dirty="0" err="1" smtClean="0">
                <a:solidFill>
                  <a:srgbClr val="000000"/>
                </a:solidFill>
              </a:rPr>
              <a:t>ais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c#ets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toujours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temps polynomial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Si on y </a:t>
            </a:r>
            <a:r>
              <a:rPr lang="en-US" sz="1200" dirty="0" err="1" smtClean="0">
                <a:solidFill>
                  <a:srgbClr val="000000"/>
                </a:solidFill>
              </a:rPr>
              <a:t>allait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force brut ca nous </a:t>
            </a:r>
            <a:r>
              <a:rPr lang="en-US" sz="1200" dirty="0" err="1" smtClean="0">
                <a:solidFill>
                  <a:srgbClr val="000000"/>
                </a:solidFill>
              </a:rPr>
              <a:t>aurait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donné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complexité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exponentielle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On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parcourir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deux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problemes</a:t>
            </a:r>
            <a:r>
              <a:rPr lang="en-US" sz="1200" dirty="0" smtClean="0">
                <a:solidFill>
                  <a:srgbClr val="000000"/>
                </a:solidFill>
              </a:rPr>
              <a:t> : </a:t>
            </a:r>
            <a:r>
              <a:rPr lang="en-US" sz="1200" dirty="0" err="1" smtClean="0">
                <a:solidFill>
                  <a:srgbClr val="000000"/>
                </a:solidFill>
              </a:rPr>
              <a:t>Ligne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d’assemblage</a:t>
            </a:r>
            <a:r>
              <a:rPr lang="en-US" sz="1200" dirty="0" smtClean="0">
                <a:solidFill>
                  <a:srgbClr val="000000"/>
                </a:solidFill>
              </a:rPr>
              <a:t> et </a:t>
            </a:r>
            <a:r>
              <a:rPr lang="en-US" sz="1200" dirty="0" err="1" smtClean="0">
                <a:solidFill>
                  <a:srgbClr val="000000"/>
                </a:solidFill>
              </a:rPr>
              <a:t>produit</a:t>
            </a:r>
            <a:r>
              <a:rPr lang="en-US" sz="1200" dirty="0" smtClean="0">
                <a:solidFill>
                  <a:srgbClr val="000000"/>
                </a:solidFill>
              </a:rPr>
              <a:t> de matrices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endParaRPr lang="en-US" sz="1200" dirty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On le </a:t>
            </a:r>
            <a:r>
              <a:rPr lang="en-US" sz="1200" dirty="0" err="1" smtClean="0">
                <a:solidFill>
                  <a:srgbClr val="000000"/>
                </a:solidFill>
              </a:rPr>
              <a:t>voit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2 3 </a:t>
            </a:r>
            <a:r>
              <a:rPr lang="en-US" sz="1200" dirty="0" err="1" smtClean="0">
                <a:solidFill>
                  <a:srgbClr val="000000"/>
                </a:solidFill>
              </a:rPr>
              <a:t>cours</a:t>
            </a:r>
            <a:r>
              <a:rPr lang="en-US" sz="1200" dirty="0" smtClean="0">
                <a:solidFill>
                  <a:srgbClr val="000000"/>
                </a:solidFill>
              </a:rPr>
              <a:t> : recherché </a:t>
            </a:r>
            <a:r>
              <a:rPr lang="en-US" sz="1200" dirty="0" err="1" smtClean="0">
                <a:solidFill>
                  <a:srgbClr val="000000"/>
                </a:solidFill>
              </a:rPr>
              <a:t>operationnel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mais</a:t>
            </a:r>
            <a:r>
              <a:rPr lang="en-US" sz="1200" dirty="0" smtClean="0">
                <a:solidFill>
                  <a:srgbClr val="000000"/>
                </a:solidFill>
              </a:rPr>
              <a:t> la vision </a:t>
            </a:r>
            <a:r>
              <a:rPr lang="en-US" sz="1200" dirty="0" err="1" smtClean="0">
                <a:solidFill>
                  <a:srgbClr val="000000"/>
                </a:solidFill>
              </a:rPr>
              <a:t>ici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est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peu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differente</a:t>
            </a:r>
            <a:endParaRPr lang="en-US" sz="1200" dirty="0" smtClean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2753" y="1425004"/>
            <a:ext cx="5534797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1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Contenu du cours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058561" y="82487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Grand O borne </a:t>
            </a:r>
            <a:r>
              <a:rPr lang="en-US" sz="1200" dirty="0" err="1" smtClean="0">
                <a:solidFill>
                  <a:srgbClr val="000000"/>
                </a:solidFill>
              </a:rPr>
              <a:t>superieure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Grand Omega borne </a:t>
            </a:r>
            <a:r>
              <a:rPr lang="en-US" sz="1200" dirty="0" err="1" smtClean="0">
                <a:solidFill>
                  <a:srgbClr val="000000"/>
                </a:solidFill>
              </a:rPr>
              <a:t>inferieur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Theta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borne : a la </a:t>
            </a:r>
            <a:r>
              <a:rPr lang="en-US" sz="1200" dirty="0" err="1" smtClean="0">
                <a:solidFill>
                  <a:srgbClr val="000000"/>
                </a:solidFill>
              </a:rPr>
              <a:t>fois</a:t>
            </a:r>
            <a:r>
              <a:rPr lang="en-US" sz="1200" dirty="0" smtClean="0">
                <a:solidFill>
                  <a:srgbClr val="000000"/>
                </a:solidFill>
              </a:rPr>
              <a:t> O et Omega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0354" y="1849167"/>
            <a:ext cx="5425245" cy="386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Contenu du cours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058561" y="82487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Le </a:t>
            </a:r>
            <a:r>
              <a:rPr lang="en-US" sz="1200" dirty="0" err="1" smtClean="0">
                <a:solidFill>
                  <a:srgbClr val="000000"/>
                </a:solidFill>
              </a:rPr>
              <a:t>cout</a:t>
            </a:r>
            <a:r>
              <a:rPr lang="en-US" sz="1200" dirty="0" smtClean="0">
                <a:solidFill>
                  <a:srgbClr val="000000"/>
                </a:solidFill>
              </a:rPr>
              <a:t> ca </a:t>
            </a:r>
            <a:r>
              <a:rPr lang="en-US" sz="1200" dirty="0" err="1" smtClean="0">
                <a:solidFill>
                  <a:srgbClr val="000000"/>
                </a:solidFill>
              </a:rPr>
              <a:t>va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etre</a:t>
            </a:r>
            <a:r>
              <a:rPr lang="en-US" sz="1200" dirty="0" smtClean="0">
                <a:solidFill>
                  <a:srgbClr val="000000"/>
                </a:solidFill>
              </a:rPr>
              <a:t> le temps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On </a:t>
            </a:r>
            <a:r>
              <a:rPr lang="en-US" sz="1200" dirty="0" err="1" smtClean="0">
                <a:solidFill>
                  <a:srgbClr val="000000"/>
                </a:solidFill>
              </a:rPr>
              <a:t>essaye</a:t>
            </a:r>
            <a:r>
              <a:rPr lang="en-US" sz="1200" dirty="0" smtClean="0">
                <a:solidFill>
                  <a:srgbClr val="000000"/>
                </a:solidFill>
              </a:rPr>
              <a:t> de minimizer le temps pour passer du chassis </a:t>
            </a:r>
            <a:r>
              <a:rPr lang="en-US" sz="1200" dirty="0" err="1" smtClean="0">
                <a:solidFill>
                  <a:srgbClr val="000000"/>
                </a:solidFill>
              </a:rPr>
              <a:t>jusqu’a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voiture</a:t>
            </a:r>
            <a:endParaRPr lang="en-US" sz="1200" dirty="0" smtClean="0">
              <a:solidFill>
                <a:srgbClr val="000000"/>
              </a:solidFill>
            </a:endParaRP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smtClean="0">
                <a:solidFill>
                  <a:srgbClr val="000000"/>
                </a:solidFill>
              </a:rPr>
              <a:t>E1 pour passer le chassis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ligne</a:t>
            </a:r>
            <a:r>
              <a:rPr lang="en-US" sz="1200" dirty="0" smtClean="0">
                <a:solidFill>
                  <a:srgbClr val="000000"/>
                </a:solidFill>
              </a:rPr>
              <a:t> 1 et e2 pour passer </a:t>
            </a:r>
            <a:r>
              <a:rPr lang="en-US" sz="1200" dirty="0" err="1" smtClean="0">
                <a:solidFill>
                  <a:srgbClr val="000000"/>
                </a:solidFill>
              </a:rPr>
              <a:t>ligne</a:t>
            </a:r>
            <a:r>
              <a:rPr lang="en-US" sz="1200" dirty="0" smtClean="0">
                <a:solidFill>
                  <a:srgbClr val="000000"/>
                </a:solidFill>
              </a:rPr>
              <a:t> 2</a:t>
            </a:r>
          </a:p>
          <a:p>
            <a:pPr marL="177800" indent="-177800"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  <a:buFont typeface="Wingdings 3"/>
              <a:buChar char="}"/>
            </a:pP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c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6859" y="941704"/>
            <a:ext cx="5582429" cy="40629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9490" y="5004684"/>
            <a:ext cx="4920349" cy="74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Contenu du cours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058561" y="82487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8527" y="824879"/>
            <a:ext cx="5591955" cy="39391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8527" y="4752316"/>
            <a:ext cx="562053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5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Contenu du cours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058561" y="82487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r>
              <a:rPr lang="en-US" sz="1200" dirty="0" err="1" smtClean="0">
                <a:solidFill>
                  <a:srgbClr val="000000"/>
                </a:solidFill>
              </a:rPr>
              <a:t>Choix</a:t>
            </a:r>
            <a:r>
              <a:rPr lang="en-US" sz="1200" dirty="0" smtClean="0">
                <a:solidFill>
                  <a:srgbClr val="000000"/>
                </a:solidFill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</a:rPr>
              <a:t>rester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dans</a:t>
            </a:r>
            <a:r>
              <a:rPr lang="en-US" sz="1200" dirty="0" smtClean="0">
                <a:solidFill>
                  <a:srgbClr val="000000"/>
                </a:solidFill>
              </a:rPr>
              <a:t> la </a:t>
            </a:r>
            <a:r>
              <a:rPr lang="en-US" sz="1200" dirty="0" err="1" smtClean="0">
                <a:solidFill>
                  <a:srgbClr val="000000"/>
                </a:solidFill>
              </a:rPr>
              <a:t>ligne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ou</a:t>
            </a:r>
            <a:r>
              <a:rPr lang="en-US" sz="1200" dirty="0" smtClean="0">
                <a:solidFill>
                  <a:srgbClr val="000000"/>
                </a:solidFill>
              </a:rPr>
              <a:t> de changer la </a:t>
            </a:r>
            <a:r>
              <a:rPr lang="en-US" sz="1200" dirty="0" err="1" smtClean="0">
                <a:solidFill>
                  <a:srgbClr val="000000"/>
                </a:solidFill>
              </a:rPr>
              <a:t>ligne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donc</a:t>
            </a:r>
            <a:r>
              <a:rPr lang="en-US" sz="1200" dirty="0" smtClean="0">
                <a:solidFill>
                  <a:srgbClr val="000000"/>
                </a:solidFill>
              </a:rPr>
              <a:t> 2 puissance n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2825" y="941704"/>
            <a:ext cx="5639587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0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Contenu du cours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058561" y="824879"/>
            <a:ext cx="5718889" cy="641696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0000" tIns="36000" rIns="90000" bIns="36000" rtlCol="0">
            <a:noAutofit/>
          </a:bodyPr>
          <a:lstStyle/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r>
              <a:rPr lang="en-US" sz="1200" dirty="0" smtClean="0">
                <a:solidFill>
                  <a:srgbClr val="000000"/>
                </a:solidFill>
              </a:rPr>
              <a:t>On </a:t>
            </a:r>
            <a:r>
              <a:rPr lang="en-US" sz="1200" dirty="0" err="1" smtClean="0">
                <a:solidFill>
                  <a:srgbClr val="000000"/>
                </a:solidFill>
              </a:rPr>
              <a:t>reduit</a:t>
            </a:r>
            <a:r>
              <a:rPr lang="en-US" sz="1200" dirty="0" smtClean="0">
                <a:solidFill>
                  <a:srgbClr val="000000"/>
                </a:solidFill>
              </a:rPr>
              <a:t> le problem : </a:t>
            </a:r>
            <a:r>
              <a:rPr lang="en-US" sz="1200" dirty="0" err="1" smtClean="0">
                <a:solidFill>
                  <a:srgbClr val="000000"/>
                </a:solidFill>
              </a:rPr>
              <a:t>chemin</a:t>
            </a:r>
            <a:r>
              <a:rPr lang="en-US" sz="1200" dirty="0" smtClean="0">
                <a:solidFill>
                  <a:srgbClr val="000000"/>
                </a:solidFill>
              </a:rPr>
              <a:t> le plus </a:t>
            </a:r>
            <a:r>
              <a:rPr lang="en-US" sz="1200" dirty="0" err="1" smtClean="0">
                <a:solidFill>
                  <a:srgbClr val="000000"/>
                </a:solidFill>
              </a:rPr>
              <a:t>rapide</a:t>
            </a:r>
            <a:r>
              <a:rPr lang="en-US" sz="1200" dirty="0" smtClean="0">
                <a:solidFill>
                  <a:srgbClr val="000000"/>
                </a:solidFill>
              </a:rPr>
              <a:t> pour </a:t>
            </a:r>
            <a:r>
              <a:rPr lang="en-US" sz="1200" dirty="0" err="1" smtClean="0">
                <a:solidFill>
                  <a:srgbClr val="000000"/>
                </a:solidFill>
              </a:rPr>
              <a:t>aller</a:t>
            </a:r>
            <a:r>
              <a:rPr lang="en-US" sz="1200" dirty="0" smtClean="0">
                <a:solidFill>
                  <a:srgbClr val="000000"/>
                </a:solidFill>
              </a:rPr>
              <a:t> a </a:t>
            </a:r>
            <a:r>
              <a:rPr lang="en-US" sz="1200" dirty="0" err="1" smtClean="0">
                <a:solidFill>
                  <a:srgbClr val="000000"/>
                </a:solidFill>
              </a:rPr>
              <a:t>Pij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</a:p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r>
              <a:rPr lang="en-US" sz="1200" dirty="0" smtClean="0">
                <a:solidFill>
                  <a:srgbClr val="000000"/>
                </a:solidFill>
              </a:rPr>
              <a:t>Si j = 1 </a:t>
            </a:r>
            <a:r>
              <a:rPr lang="en-US" sz="1200" dirty="0" err="1" smtClean="0">
                <a:solidFill>
                  <a:srgbClr val="000000"/>
                </a:solidFill>
              </a:rPr>
              <a:t>c’est</a:t>
            </a:r>
            <a:r>
              <a:rPr lang="en-US" sz="1200" dirty="0" smtClean="0">
                <a:solidFill>
                  <a:srgbClr val="000000"/>
                </a:solidFill>
              </a:rPr>
              <a:t> facile </a:t>
            </a:r>
          </a:p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 smtClean="0">
              <a:solidFill>
                <a:srgbClr val="000000"/>
              </a:solidFill>
            </a:endParaRPr>
          </a:p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>
              <a:solidFill>
                <a:srgbClr val="000000"/>
              </a:solidFill>
            </a:endParaRPr>
          </a:p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r>
              <a:rPr lang="en-US" sz="1200" dirty="0" smtClean="0">
                <a:solidFill>
                  <a:srgbClr val="000000"/>
                </a:solidFill>
              </a:rPr>
              <a:t>TP :</a:t>
            </a:r>
          </a:p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endParaRPr lang="en-US" sz="1200" dirty="0">
              <a:solidFill>
                <a:srgbClr val="000000"/>
              </a:solidFill>
            </a:endParaRPr>
          </a:p>
          <a:p>
            <a:pPr defTabSz="1018824">
              <a:lnSpc>
                <a:spcPts val="1300"/>
              </a:lnSpc>
              <a:spcBef>
                <a:spcPts val="600"/>
              </a:spcBef>
              <a:buClr>
                <a:srgbClr val="699FC0"/>
              </a:buClr>
              <a:buSzPct val="100000"/>
            </a:pPr>
            <a:r>
              <a:rPr lang="en-US" sz="1200" dirty="0" err="1" smtClean="0">
                <a:solidFill>
                  <a:srgbClr val="000000"/>
                </a:solidFill>
              </a:rPr>
              <a:t>Une</a:t>
            </a:r>
            <a:r>
              <a:rPr lang="en-US" sz="1200" dirty="0" smtClean="0">
                <a:solidFill>
                  <a:srgbClr val="000000"/>
                </a:solidFill>
              </a:rPr>
              <a:t> meme function pour </a:t>
            </a:r>
            <a:r>
              <a:rPr lang="en-US" sz="1200" dirty="0" err="1" smtClean="0">
                <a:solidFill>
                  <a:srgbClr val="000000"/>
                </a:solidFill>
              </a:rPr>
              <a:t>Damrau</a:t>
            </a:r>
            <a:r>
              <a:rPr lang="en-US" sz="1200" dirty="0" smtClean="0">
                <a:solidFill>
                  <a:srgbClr val="000000"/>
                </a:solidFill>
              </a:rPr>
              <a:t> et </a:t>
            </a:r>
            <a:r>
              <a:rPr lang="en-US" sz="1200" dirty="0" err="1" smtClean="0">
                <a:solidFill>
                  <a:srgbClr val="000000"/>
                </a:solidFill>
              </a:rPr>
              <a:t>damerau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levenstein</a:t>
            </a:r>
            <a:r>
              <a:rPr lang="en-US" sz="1200" dirty="0" smtClean="0">
                <a:solidFill>
                  <a:srgbClr val="000000"/>
                </a:solidFill>
              </a:rPr>
              <a:t>, </a:t>
            </a:r>
            <a:r>
              <a:rPr lang="en-US" sz="1200" dirty="0" err="1" smtClean="0">
                <a:solidFill>
                  <a:srgbClr val="000000"/>
                </a:solidFill>
              </a:rPr>
              <a:t>juste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ajouter</a:t>
            </a:r>
            <a:r>
              <a:rPr lang="en-US" sz="1200" dirty="0" smtClean="0">
                <a:solidFill>
                  <a:srgbClr val="000000"/>
                </a:solidFill>
              </a:rPr>
              <a:t> un </a:t>
            </a:r>
            <a:r>
              <a:rPr lang="en-US" sz="1200" dirty="0" err="1" smtClean="0">
                <a:solidFill>
                  <a:srgbClr val="000000"/>
                </a:solidFill>
              </a:rPr>
              <a:t>Booleen</a:t>
            </a:r>
            <a:r>
              <a:rPr lang="en-US" sz="1200" dirty="0" smtClean="0">
                <a:solidFill>
                  <a:srgbClr val="000000"/>
                </a:solidFill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</a:rPr>
              <a:t>en</a:t>
            </a:r>
            <a:r>
              <a:rPr lang="en-US" sz="1200" dirty="0" smtClean="0">
                <a:solidFill>
                  <a:srgbClr val="000000"/>
                </a:solidFill>
              </a:rPr>
              <a:t> parameter pour determiner </a:t>
            </a:r>
            <a:r>
              <a:rPr lang="en-US" sz="1200" dirty="0" err="1" smtClean="0">
                <a:solidFill>
                  <a:srgbClr val="000000"/>
                </a:solidFill>
              </a:rPr>
              <a:t>quelle</a:t>
            </a:r>
            <a:r>
              <a:rPr lang="en-US" sz="1200" dirty="0" smtClean="0">
                <a:solidFill>
                  <a:srgbClr val="000000"/>
                </a:solidFill>
              </a:rPr>
              <a:t> function </a:t>
            </a:r>
            <a:r>
              <a:rPr lang="en-US" sz="1200" dirty="0" err="1" smtClean="0">
                <a:solidFill>
                  <a:srgbClr val="000000"/>
                </a:solidFill>
              </a:rPr>
              <a:t>utiliser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701" y="941704"/>
            <a:ext cx="5596719" cy="322942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2833" y="4225994"/>
            <a:ext cx="5582429" cy="296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54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Differentes</a:t>
            </a:r>
            <a:r>
              <a:rPr lang="fr-FR" dirty="0" smtClean="0"/>
              <a:t> versions et complexités pour calculer </a:t>
            </a:r>
            <a:r>
              <a:rPr lang="fr-FR" dirty="0" err="1" smtClean="0"/>
              <a:t>fibonacci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4" y="1153172"/>
            <a:ext cx="3591516" cy="154283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/>
          <a:srcRect b="2875"/>
          <a:stretch/>
        </p:blipFill>
        <p:spPr>
          <a:xfrm>
            <a:off x="5523546" y="1051296"/>
            <a:ext cx="3077714" cy="188068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128" y="1381801"/>
            <a:ext cx="1010750" cy="57088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423" y="1381801"/>
            <a:ext cx="791324" cy="47649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0655" y="3282983"/>
            <a:ext cx="2903495" cy="154348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423" y="3673025"/>
            <a:ext cx="791324" cy="47649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 rotWithShape="1">
          <a:blip r:embed="rId7"/>
          <a:srcRect l="5568"/>
          <a:stretch/>
        </p:blipFill>
        <p:spPr>
          <a:xfrm>
            <a:off x="743319" y="3289371"/>
            <a:ext cx="3262344" cy="1149098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790" y="3469766"/>
            <a:ext cx="1010750" cy="570886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8"/>
          <a:srcRect t="2852"/>
          <a:stretch/>
        </p:blipFill>
        <p:spPr>
          <a:xfrm>
            <a:off x="743319" y="4978302"/>
            <a:ext cx="4524201" cy="1612071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878" y="5371286"/>
            <a:ext cx="791324" cy="476496"/>
          </a:xfrm>
          <a:prstGeom prst="rect">
            <a:avLst/>
          </a:prstGeom>
        </p:spPr>
      </p:pic>
      <p:cxnSp>
        <p:nvCxnSpPr>
          <p:cNvPr id="20" name="Connecteur droit 19"/>
          <p:cNvCxnSpPr/>
          <p:nvPr/>
        </p:nvCxnSpPr>
        <p:spPr>
          <a:xfrm>
            <a:off x="743319" y="4826466"/>
            <a:ext cx="967494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743319" y="3062559"/>
            <a:ext cx="967494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Imag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6870" y="5046889"/>
            <a:ext cx="4989561" cy="1597233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800" y="4935335"/>
            <a:ext cx="791324" cy="47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515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4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PFu0hVv0GSaq2xfQgjF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Advancy">
      <a:dk1>
        <a:srgbClr val="000000"/>
      </a:dk1>
      <a:lt1>
        <a:srgbClr val="FFFFFF"/>
      </a:lt1>
      <a:dk2>
        <a:srgbClr val="8FCEE5"/>
      </a:dk2>
      <a:lt2>
        <a:srgbClr val="585858"/>
      </a:lt2>
      <a:accent1>
        <a:srgbClr val="003855"/>
      </a:accent1>
      <a:accent2>
        <a:srgbClr val="7F7F7F"/>
      </a:accent2>
      <a:accent3>
        <a:srgbClr val="699FC0"/>
      </a:accent3>
      <a:accent4>
        <a:srgbClr val="F79646"/>
      </a:accent4>
      <a:accent5>
        <a:srgbClr val="585858"/>
      </a:accent5>
      <a:accent6>
        <a:srgbClr val="DEDED7"/>
      </a:accent6>
      <a:hlink>
        <a:srgbClr val="699FC0"/>
      </a:hlink>
      <a:folHlink>
        <a:srgbClr val="DEDED7"/>
      </a:folHlink>
    </a:clrScheme>
    <a:fontScheme name="Advancy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9525" algn="ctr">
          <a:noFill/>
          <a:miter lim="800000"/>
          <a:headEnd type="none" w="lg" len="lg"/>
          <a:tailEnd type="none" w="lg" len="lg"/>
        </a:ln>
        <a:effectLst/>
      </a:spPr>
      <a:bodyPr wrap="square" lIns="90000" tIns="72000" rIns="90000" bIns="72000" anchor="ctr">
        <a:noAutofit/>
      </a:bodyPr>
      <a:lstStyle>
        <a:defPPr algn="ctr" defTabSz="1018824">
          <a:spcBef>
            <a:spcPts val="400"/>
          </a:spcBef>
          <a:buClr>
            <a:srgbClr val="699FC0"/>
          </a:buClr>
          <a:buSzPct val="100000"/>
          <a:defRPr sz="1200" b="1" cap="all" dirty="0" smtClean="0">
            <a:solidFill>
              <a:srgbClr val="FFFFFF"/>
            </a:solidFill>
          </a:defRPr>
        </a:defPPr>
      </a:lstStyle>
    </a:spDef>
    <a:lnDef>
      <a:spPr>
        <a:ln w="6350" cap="sq">
          <a:solidFill>
            <a:schemeClr val="accent5"/>
          </a:solidFill>
          <a:bevel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36000" rIns="90000" bIns="36000" rtlCol="0">
        <a:noAutofit/>
      </a:bodyPr>
      <a:lstStyle>
        <a:defPPr marL="177800" indent="-177800" defTabSz="1018824">
          <a:lnSpc>
            <a:spcPts val="1300"/>
          </a:lnSpc>
          <a:spcBef>
            <a:spcPts val="600"/>
          </a:spcBef>
          <a:buClr>
            <a:srgbClr val="699FC0"/>
          </a:buClr>
          <a:buSzPct val="100000"/>
          <a:buFont typeface="Wingdings 3"/>
          <a:buChar char="}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oject title.pptx" id="{92401E53-357D-4B8C-97B4-DB05765A6532}" vid="{93F359AB-CD00-4519-B832-317D23D939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21532</TotalTime>
  <Words>209</Words>
  <Application>Microsoft Office PowerPoint</Application>
  <PresentationFormat>Personnalisé</PresentationFormat>
  <Paragraphs>29</Paragraphs>
  <Slides>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Wingdings</vt:lpstr>
      <vt:lpstr>Wingdings 3</vt:lpstr>
      <vt:lpstr>blank</vt:lpstr>
      <vt:lpstr>Diapositive think-cell</vt:lpstr>
      <vt:lpstr>Contenu du cours</vt:lpstr>
      <vt:lpstr>Contenu du cours</vt:lpstr>
      <vt:lpstr>Contenu du cours</vt:lpstr>
      <vt:lpstr>Contenu du cours</vt:lpstr>
      <vt:lpstr>Contenu du cours</vt:lpstr>
      <vt:lpstr>Contenu du cours</vt:lpstr>
      <vt:lpstr>Differentes versions et complexités pour calculer fibonacci</vt:lpstr>
    </vt:vector>
  </TitlesOfParts>
  <Manager>Design by Novaty;www.novaty.com</Manager>
  <Company>Microsoft</Company>
  <LinksUpToDate>false</LinksUpToDate>
  <SharedDoc>false</SharedDoc>
  <HyperlinkBase>www.advancy.com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Ilyass Ramdani</dc:creator>
  <cp:lastModifiedBy>Ilyass RAMDANI</cp:lastModifiedBy>
  <cp:revision>143</cp:revision>
  <cp:lastPrinted>2013-04-11T01:31:02Z</cp:lastPrinted>
  <dcterms:created xsi:type="dcterms:W3CDTF">2019-03-26T10:42:19Z</dcterms:created>
  <dcterms:modified xsi:type="dcterms:W3CDTF">2020-12-03T21:36:07Z</dcterms:modified>
</cp:coreProperties>
</file>